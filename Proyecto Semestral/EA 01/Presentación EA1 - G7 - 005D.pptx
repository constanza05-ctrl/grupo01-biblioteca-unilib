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74edb829f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974edb829f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974edb829f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974edb829f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74edb829f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974edb829f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74edb829f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74edb829f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74edb829f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74edb829f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ec55f6ba3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ec55f6ba3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974edb829f_0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974edb829f_0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974edb829f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974edb829f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74edb829f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974edb829f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974edb829f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974edb829f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58" name="Shape 58"/>
        <p:cNvGrpSpPr/>
        <p:nvPr/>
      </p:nvGrpSpPr>
      <p:grpSpPr>
        <a:xfrm>
          <a:off x="0" y="0"/>
          <a:ext cx="0" cy="0"/>
          <a:chOff x="0" y="0"/>
          <a:chExt cx="0" cy="0"/>
        </a:xfrm>
      </p:grpSpPr>
      <p:sp>
        <p:nvSpPr>
          <p:cNvPr id="59" name="Google Shape;5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 name="Google Shape;6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66" name="Google Shape;6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69" name="Shape 69"/>
        <p:cNvGrpSpPr/>
        <p:nvPr/>
      </p:nvGrpSpPr>
      <p:grpSpPr>
        <a:xfrm>
          <a:off x="0" y="0"/>
          <a:ext cx="0" cy="0"/>
          <a:chOff x="0" y="0"/>
          <a:chExt cx="0" cy="0"/>
        </a:xfrm>
      </p:grpSpPr>
      <p:sp>
        <p:nvSpPr>
          <p:cNvPr id="70" name="Google Shape;7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 name="Google Shape;7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74" name="Shape 74"/>
        <p:cNvGrpSpPr/>
        <p:nvPr/>
      </p:nvGrpSpPr>
      <p:grpSpPr>
        <a:xfrm>
          <a:off x="0" y="0"/>
          <a:ext cx="0" cy="0"/>
          <a:chOff x="0" y="0"/>
          <a:chExt cx="0" cy="0"/>
        </a:xfrm>
      </p:grpSpPr>
      <p:sp>
        <p:nvSpPr>
          <p:cNvPr id="75" name="Google Shape;7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76" name="Google Shape;76;p17"/>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77" name="Google Shape;77;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80" name="Shape 80"/>
        <p:cNvGrpSpPr/>
        <p:nvPr/>
      </p:nvGrpSpPr>
      <p:grpSpPr>
        <a:xfrm>
          <a:off x="0" y="0"/>
          <a:ext cx="0" cy="0"/>
          <a:chOff x="0" y="0"/>
          <a:chExt cx="0" cy="0"/>
        </a:xfrm>
      </p:grpSpPr>
      <p:cxnSp>
        <p:nvCxnSpPr>
          <p:cNvPr id="81" name="Google Shape;81;p1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8"/>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83" name="Google Shape;83;p18"/>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84" name="Google Shape;84;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6" name="Google Shape;86;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7" name="Google Shape;87;p1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88" name="Shape 88"/>
        <p:cNvGrpSpPr/>
        <p:nvPr/>
      </p:nvGrpSpPr>
      <p:grpSpPr>
        <a:xfrm>
          <a:off x="0" y="0"/>
          <a:ext cx="0" cy="0"/>
          <a:chOff x="0" y="0"/>
          <a:chExt cx="0" cy="0"/>
        </a:xfrm>
      </p:grpSpPr>
      <p:sp>
        <p:nvSpPr>
          <p:cNvPr id="89" name="Google Shape;89;p1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90" name="Google Shape;90;p1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1" name="Google Shape;91;p19"/>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2" name="Google Shape;92;p19"/>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3" name="Google Shape;93;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5" name="Google Shape;95;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98" name="Google Shape;98;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9" name="Google Shape;99;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3" name="Shape 103"/>
        <p:cNvGrpSpPr/>
        <p:nvPr/>
      </p:nvGrpSpPr>
      <p:grpSpPr>
        <a:xfrm>
          <a:off x="0" y="0"/>
          <a:ext cx="0" cy="0"/>
          <a:chOff x="0" y="0"/>
          <a:chExt cx="0" cy="0"/>
        </a:xfrm>
      </p:grpSpPr>
      <p:sp>
        <p:nvSpPr>
          <p:cNvPr id="104" name="Google Shape;10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6" name="Google Shape;106;p21"/>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09" name="Google Shape;109;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2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2" name="Google Shape;112;p22"/>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3" name="Google Shape;113;p22"/>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4" name="Google Shape;114;p22"/>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5" name="Google Shape;115;p22"/>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6" name="Google Shape;116;p22"/>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7" name="Google Shape;117;p22"/>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8" name="Google Shape;118;p22"/>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9" name="Google Shape;119;p22"/>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20" name="Shape 120"/>
        <p:cNvGrpSpPr/>
        <p:nvPr/>
      </p:nvGrpSpPr>
      <p:grpSpPr>
        <a:xfrm>
          <a:off x="0" y="0"/>
          <a:ext cx="0" cy="0"/>
          <a:chOff x="0" y="0"/>
          <a:chExt cx="0" cy="0"/>
        </a:xfrm>
      </p:grpSpPr>
      <p:sp>
        <p:nvSpPr>
          <p:cNvPr id="121" name="Google Shape;121;p23"/>
          <p:cNvSpPr/>
          <p:nvPr>
            <p:ph idx="2" type="pic"/>
          </p:nvPr>
        </p:nvSpPr>
        <p:spPr>
          <a:xfrm>
            <a:off x="283850" y="2178075"/>
            <a:ext cx="4227600" cy="2505600"/>
          </a:xfrm>
          <a:prstGeom prst="rect">
            <a:avLst/>
          </a:prstGeom>
          <a:noFill/>
          <a:ln>
            <a:noFill/>
          </a:ln>
        </p:spPr>
      </p:sp>
      <p:sp>
        <p:nvSpPr>
          <p:cNvPr id="122" name="Google Shape;122;p2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4" name="Google Shape;124;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5" name="Google Shape;125;p23"/>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6" name="Google Shape;126;p23"/>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7" name="Google Shape;127;p2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28" name="Shape 128"/>
        <p:cNvGrpSpPr/>
        <p:nvPr/>
      </p:nvGrpSpPr>
      <p:grpSpPr>
        <a:xfrm>
          <a:off x="0" y="0"/>
          <a:ext cx="0" cy="0"/>
          <a:chOff x="0" y="0"/>
          <a:chExt cx="0" cy="0"/>
        </a:xfrm>
      </p:grpSpPr>
      <p:sp>
        <p:nvSpPr>
          <p:cNvPr id="129" name="Google Shape;129;p24"/>
          <p:cNvSpPr/>
          <p:nvPr>
            <p:ph idx="2" type="pic"/>
          </p:nvPr>
        </p:nvSpPr>
        <p:spPr>
          <a:xfrm>
            <a:off x="4629750" y="0"/>
            <a:ext cx="4227000" cy="4683600"/>
          </a:xfrm>
          <a:prstGeom prst="roundRect">
            <a:avLst>
              <a:gd fmla="val 0" name="adj"/>
            </a:avLst>
          </a:prstGeom>
          <a:noFill/>
          <a:ln>
            <a:noFill/>
          </a:ln>
        </p:spPr>
      </p:sp>
      <p:sp>
        <p:nvSpPr>
          <p:cNvPr id="130" name="Google Shape;130;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24"/>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2" name="Google Shape;132;p24"/>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33" name="Google Shape;133;p24"/>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24"/>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35" name="Shape 135"/>
        <p:cNvGrpSpPr/>
        <p:nvPr/>
      </p:nvGrpSpPr>
      <p:grpSpPr>
        <a:xfrm>
          <a:off x="0" y="0"/>
          <a:ext cx="0" cy="0"/>
          <a:chOff x="0" y="0"/>
          <a:chExt cx="0" cy="0"/>
        </a:xfrm>
      </p:grpSpPr>
      <p:sp>
        <p:nvSpPr>
          <p:cNvPr id="136" name="Google Shape;136;p25"/>
          <p:cNvSpPr/>
          <p:nvPr>
            <p:ph idx="2" type="pic"/>
          </p:nvPr>
        </p:nvSpPr>
        <p:spPr>
          <a:xfrm>
            <a:off x="270275" y="3132475"/>
            <a:ext cx="2770500" cy="1551000"/>
          </a:xfrm>
          <a:prstGeom prst="roundRect">
            <a:avLst>
              <a:gd fmla="val 0" name="adj"/>
            </a:avLst>
          </a:prstGeom>
          <a:noFill/>
          <a:ln>
            <a:noFill/>
          </a:ln>
        </p:spPr>
      </p:sp>
      <p:sp>
        <p:nvSpPr>
          <p:cNvPr id="137" name="Google Shape;137;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9" name="Google Shape;139;p25"/>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0" name="Google Shape;140;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1" name="Google Shape;141;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2" name="Google Shape;142;p25"/>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43" name="Shape 143"/>
        <p:cNvGrpSpPr/>
        <p:nvPr/>
      </p:nvGrpSpPr>
      <p:grpSpPr>
        <a:xfrm>
          <a:off x="0" y="0"/>
          <a:ext cx="0" cy="0"/>
          <a:chOff x="0" y="0"/>
          <a:chExt cx="0" cy="0"/>
        </a:xfrm>
      </p:grpSpPr>
      <p:sp>
        <p:nvSpPr>
          <p:cNvPr id="144" name="Google Shape;144;p26"/>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5" name="Google Shape;145;p26"/>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6" name="Google Shape;146;p26"/>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7" name="Google Shape;147;p26"/>
          <p:cNvSpPr/>
          <p:nvPr>
            <p:ph idx="3" type="pic"/>
          </p:nvPr>
        </p:nvSpPr>
        <p:spPr>
          <a:xfrm>
            <a:off x="283850" y="0"/>
            <a:ext cx="4227000" cy="4683600"/>
          </a:xfrm>
          <a:prstGeom prst="roundRect">
            <a:avLst>
              <a:gd fmla="val 0" name="adj"/>
            </a:avLst>
          </a:prstGeom>
          <a:noFill/>
          <a:ln>
            <a:noFill/>
          </a:ln>
        </p:spPr>
      </p:sp>
      <p:sp>
        <p:nvSpPr>
          <p:cNvPr id="148" name="Google Shape;148;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6"/>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0" name="Google Shape;150;p26"/>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4" name="Google Shape;154;p2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2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6" name="Google Shape;156;p27"/>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57" name="Google Shape;157;p27"/>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58" name="Google Shape;158;p27"/>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59" name="Google Shape;159;p27"/>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0" name="Google Shape;160;p27"/>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1" name="Google Shape;161;p27"/>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2" name="Google Shape;162;p27"/>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3" name="Google Shape;163;p27"/>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4" name="Google Shape;164;p27"/>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65" name="Shape 165"/>
        <p:cNvGrpSpPr/>
        <p:nvPr/>
      </p:nvGrpSpPr>
      <p:grpSpPr>
        <a:xfrm>
          <a:off x="0" y="0"/>
          <a:ext cx="0" cy="0"/>
          <a:chOff x="0" y="0"/>
          <a:chExt cx="0" cy="0"/>
        </a:xfrm>
      </p:grpSpPr>
      <p:sp>
        <p:nvSpPr>
          <p:cNvPr id="166" name="Google Shape;166;p28"/>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7" name="Google Shape;167;p28"/>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8" name="Google Shape;168;p28"/>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9" name="Google Shape;169;p28"/>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70" name="Google Shape;170;p28"/>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1" name="Google Shape;171;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8"/>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73" name="Google Shape;173;p28"/>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4" name="Google Shape;174;p28"/>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5" name="Google Shape;175;p28"/>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6" name="Google Shape;176;p28"/>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77" name="Google Shape;177;p28"/>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78" name="Google Shape;178;p28"/>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79" name="Shape 179"/>
        <p:cNvGrpSpPr/>
        <p:nvPr/>
      </p:nvGrpSpPr>
      <p:grpSpPr>
        <a:xfrm>
          <a:off x="0" y="0"/>
          <a:ext cx="0" cy="0"/>
          <a:chOff x="0" y="0"/>
          <a:chExt cx="0" cy="0"/>
        </a:xfrm>
      </p:grpSpPr>
      <p:sp>
        <p:nvSpPr>
          <p:cNvPr id="180" name="Google Shape;180;p29"/>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1" name="Google Shape;181;p29"/>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2" name="Google Shape;182;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3" name="Google Shape;183;p29"/>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84" name="Google Shape;184;p29"/>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5" name="Google Shape;185;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87" name="Google Shape;187;p29"/>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8" name="Google Shape;188;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9" name="Google Shape;189;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90" name="Shape 190"/>
        <p:cNvGrpSpPr/>
        <p:nvPr/>
      </p:nvGrpSpPr>
      <p:grpSpPr>
        <a:xfrm>
          <a:off x="0" y="0"/>
          <a:ext cx="0" cy="0"/>
          <a:chOff x="0" y="0"/>
          <a:chExt cx="0" cy="0"/>
        </a:xfrm>
      </p:grpSpPr>
      <p:sp>
        <p:nvSpPr>
          <p:cNvPr id="191" name="Google Shape;191;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30"/>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3" name="Google Shape;193;p3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3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30"/>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30"/>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30"/>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98" name="Shape 198"/>
        <p:cNvGrpSpPr/>
        <p:nvPr/>
      </p:nvGrpSpPr>
      <p:grpSpPr>
        <a:xfrm>
          <a:off x="0" y="0"/>
          <a:ext cx="0" cy="0"/>
          <a:chOff x="0" y="0"/>
          <a:chExt cx="0" cy="0"/>
        </a:xfrm>
      </p:grpSpPr>
      <p:sp>
        <p:nvSpPr>
          <p:cNvPr id="199" name="Google Shape;199;p31"/>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0" name="Google Shape;200;p31"/>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1"/>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2" name="Google Shape;202;p31"/>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03" name="Google Shape;203;p31"/>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1"/>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31"/>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6" name="Google Shape;206;p31"/>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7" name="Google Shape;207;p31"/>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8" name="Google Shape;208;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09" name="Shape 209"/>
        <p:cNvGrpSpPr/>
        <p:nvPr/>
      </p:nvGrpSpPr>
      <p:grpSpPr>
        <a:xfrm>
          <a:off x="0" y="0"/>
          <a:ext cx="0" cy="0"/>
          <a:chOff x="0" y="0"/>
          <a:chExt cx="0" cy="0"/>
        </a:xfrm>
      </p:grpSpPr>
      <p:sp>
        <p:nvSpPr>
          <p:cNvPr id="210" name="Google Shape;210;p32"/>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1" name="Google Shape;211;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32"/>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13" name="Google Shape;213;p32"/>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4" name="Google Shape;214;p3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3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6" name="Google Shape;216;p32"/>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7" name="Google Shape;217;p32"/>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8" name="Google Shape;218;p32"/>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9" name="Google Shape;219;p32"/>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0" name="Google Shape;220;p32"/>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21" name="Shape 221"/>
        <p:cNvGrpSpPr/>
        <p:nvPr/>
      </p:nvGrpSpPr>
      <p:grpSpPr>
        <a:xfrm>
          <a:off x="0" y="0"/>
          <a:ext cx="0" cy="0"/>
          <a:chOff x="0" y="0"/>
          <a:chExt cx="0" cy="0"/>
        </a:xfrm>
      </p:grpSpPr>
      <p:sp>
        <p:nvSpPr>
          <p:cNvPr id="222" name="Google Shape;222;p33"/>
          <p:cNvSpPr/>
          <p:nvPr>
            <p:ph idx="2" type="pic"/>
          </p:nvPr>
        </p:nvSpPr>
        <p:spPr>
          <a:xfrm>
            <a:off x="4629750" y="286075"/>
            <a:ext cx="1257900" cy="1261500"/>
          </a:xfrm>
          <a:prstGeom prst="rect">
            <a:avLst/>
          </a:prstGeom>
          <a:noFill/>
          <a:ln>
            <a:noFill/>
          </a:ln>
        </p:spPr>
      </p:sp>
      <p:sp>
        <p:nvSpPr>
          <p:cNvPr id="223" name="Google Shape;223;p33"/>
          <p:cNvSpPr/>
          <p:nvPr>
            <p:ph idx="3" type="pic"/>
          </p:nvPr>
        </p:nvSpPr>
        <p:spPr>
          <a:xfrm>
            <a:off x="6111800" y="286075"/>
            <a:ext cx="1257900" cy="1261500"/>
          </a:xfrm>
          <a:prstGeom prst="rect">
            <a:avLst/>
          </a:prstGeom>
          <a:noFill/>
          <a:ln>
            <a:noFill/>
          </a:ln>
        </p:spPr>
      </p:sp>
      <p:sp>
        <p:nvSpPr>
          <p:cNvPr id="224" name="Google Shape;224;p33"/>
          <p:cNvSpPr/>
          <p:nvPr>
            <p:ph idx="4" type="pic"/>
          </p:nvPr>
        </p:nvSpPr>
        <p:spPr>
          <a:xfrm>
            <a:off x="7593850" y="286075"/>
            <a:ext cx="1257900" cy="1261500"/>
          </a:xfrm>
          <a:prstGeom prst="rect">
            <a:avLst/>
          </a:prstGeom>
          <a:noFill/>
          <a:ln>
            <a:noFill/>
          </a:ln>
        </p:spPr>
      </p:sp>
      <p:sp>
        <p:nvSpPr>
          <p:cNvPr id="225" name="Google Shape;225;p33"/>
          <p:cNvSpPr/>
          <p:nvPr>
            <p:ph idx="5" type="pic"/>
          </p:nvPr>
        </p:nvSpPr>
        <p:spPr>
          <a:xfrm>
            <a:off x="4629750" y="2634475"/>
            <a:ext cx="1257900" cy="1261500"/>
          </a:xfrm>
          <a:prstGeom prst="rect">
            <a:avLst/>
          </a:prstGeom>
          <a:noFill/>
          <a:ln>
            <a:noFill/>
          </a:ln>
        </p:spPr>
      </p:sp>
      <p:sp>
        <p:nvSpPr>
          <p:cNvPr id="226" name="Google Shape;226;p33"/>
          <p:cNvSpPr/>
          <p:nvPr>
            <p:ph idx="6" type="pic"/>
          </p:nvPr>
        </p:nvSpPr>
        <p:spPr>
          <a:xfrm>
            <a:off x="6111800" y="2634475"/>
            <a:ext cx="1257900" cy="1261500"/>
          </a:xfrm>
          <a:prstGeom prst="rect">
            <a:avLst/>
          </a:prstGeom>
          <a:noFill/>
          <a:ln>
            <a:noFill/>
          </a:ln>
        </p:spPr>
      </p:sp>
      <p:sp>
        <p:nvSpPr>
          <p:cNvPr id="227" name="Google Shape;227;p33"/>
          <p:cNvSpPr/>
          <p:nvPr>
            <p:ph idx="7" type="pic"/>
          </p:nvPr>
        </p:nvSpPr>
        <p:spPr>
          <a:xfrm>
            <a:off x="7593850" y="2634475"/>
            <a:ext cx="1257900" cy="1261500"/>
          </a:xfrm>
          <a:prstGeom prst="rect">
            <a:avLst/>
          </a:prstGeom>
          <a:noFill/>
          <a:ln>
            <a:noFill/>
          </a:ln>
        </p:spPr>
      </p:sp>
      <p:sp>
        <p:nvSpPr>
          <p:cNvPr id="228" name="Google Shape;228;p3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3"/>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1" name="Google Shape;231;p33"/>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2" name="Google Shape;232;p33"/>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33" name="Google Shape;233;p33"/>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4" name="Google Shape;234;p33"/>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5" name="Google Shape;235;p33"/>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6" name="Google Shape;236;p33"/>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7" name="Google Shape;237;p33"/>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8" name="Google Shape;238;p33"/>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39" name="Shape 239"/>
        <p:cNvGrpSpPr/>
        <p:nvPr/>
      </p:nvGrpSpPr>
      <p:grpSpPr>
        <a:xfrm>
          <a:off x="0" y="0"/>
          <a:ext cx="0" cy="0"/>
          <a:chOff x="0" y="0"/>
          <a:chExt cx="0" cy="0"/>
        </a:xfrm>
      </p:grpSpPr>
      <p:sp>
        <p:nvSpPr>
          <p:cNvPr id="240" name="Google Shape;240;p34"/>
          <p:cNvSpPr/>
          <p:nvPr>
            <p:ph idx="2" type="pic"/>
          </p:nvPr>
        </p:nvSpPr>
        <p:spPr>
          <a:xfrm>
            <a:off x="2456700" y="373175"/>
            <a:ext cx="1515000" cy="1616700"/>
          </a:xfrm>
          <a:prstGeom prst="rect">
            <a:avLst/>
          </a:prstGeom>
          <a:noFill/>
          <a:ln>
            <a:noFill/>
          </a:ln>
        </p:spPr>
      </p:sp>
      <p:sp>
        <p:nvSpPr>
          <p:cNvPr id="241" name="Google Shape;241;p34"/>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2" name="Google Shape;242;p34"/>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3" name="Google Shape;243;p34"/>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4" name="Google Shape;244;p34"/>
          <p:cNvSpPr/>
          <p:nvPr>
            <p:ph idx="4" type="pic"/>
          </p:nvPr>
        </p:nvSpPr>
        <p:spPr>
          <a:xfrm>
            <a:off x="4084738" y="373175"/>
            <a:ext cx="1515000" cy="1616700"/>
          </a:xfrm>
          <a:prstGeom prst="rect">
            <a:avLst/>
          </a:prstGeom>
          <a:noFill/>
          <a:ln>
            <a:noFill/>
          </a:ln>
        </p:spPr>
      </p:sp>
      <p:sp>
        <p:nvSpPr>
          <p:cNvPr id="245" name="Google Shape;245;p34"/>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6" name="Google Shape;246;p34"/>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7" name="Google Shape;247;p34"/>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8" name="Google Shape;248;p34"/>
          <p:cNvSpPr/>
          <p:nvPr>
            <p:ph idx="8" type="pic"/>
          </p:nvPr>
        </p:nvSpPr>
        <p:spPr>
          <a:xfrm>
            <a:off x="5713225" y="373175"/>
            <a:ext cx="1515000" cy="1616700"/>
          </a:xfrm>
          <a:prstGeom prst="rect">
            <a:avLst/>
          </a:prstGeom>
          <a:noFill/>
          <a:ln>
            <a:noFill/>
          </a:ln>
        </p:spPr>
      </p:sp>
      <p:sp>
        <p:nvSpPr>
          <p:cNvPr id="249" name="Google Shape;249;p34"/>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0" name="Google Shape;250;p34"/>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1" name="Google Shape;251;p34"/>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2" name="Google Shape;252;p34"/>
          <p:cNvSpPr/>
          <p:nvPr>
            <p:ph idx="15" type="pic"/>
          </p:nvPr>
        </p:nvSpPr>
        <p:spPr>
          <a:xfrm>
            <a:off x="7341950" y="373175"/>
            <a:ext cx="1515000" cy="1616700"/>
          </a:xfrm>
          <a:prstGeom prst="rect">
            <a:avLst/>
          </a:prstGeom>
          <a:noFill/>
          <a:ln>
            <a:noFill/>
          </a:ln>
        </p:spPr>
      </p:sp>
      <p:sp>
        <p:nvSpPr>
          <p:cNvPr id="253" name="Google Shape;253;p34"/>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4" name="Google Shape;254;p34"/>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5" name="Google Shape;255;p34"/>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6" name="Google Shape;256;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34"/>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34"/>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60" name="Shape 260"/>
        <p:cNvGrpSpPr/>
        <p:nvPr/>
      </p:nvGrpSpPr>
      <p:grpSpPr>
        <a:xfrm>
          <a:off x="0" y="0"/>
          <a:ext cx="0" cy="0"/>
          <a:chOff x="0" y="0"/>
          <a:chExt cx="0" cy="0"/>
        </a:xfrm>
      </p:grpSpPr>
      <p:sp>
        <p:nvSpPr>
          <p:cNvPr id="261" name="Google Shape;261;p35"/>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2" name="Google Shape;262;p35"/>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3" name="Google Shape;263;p35"/>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4" name="Google Shape;264;p35"/>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5" name="Google Shape;265;p35"/>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6" name="Google Shape;266;p35"/>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7" name="Google Shape;267;p35"/>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8" name="Google Shape;268;p35"/>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9" name="Google Shape;269;p35"/>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0" name="Google Shape;270;p35"/>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1" name="Google Shape;271;p35"/>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2" name="Google Shape;272;p35"/>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3" name="Google Shape;273;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35"/>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75" name="Google Shape;275;p35"/>
          <p:cNvSpPr/>
          <p:nvPr>
            <p:ph idx="16" type="pic"/>
          </p:nvPr>
        </p:nvSpPr>
        <p:spPr>
          <a:xfrm>
            <a:off x="290325" y="1862825"/>
            <a:ext cx="663000" cy="1271100"/>
          </a:xfrm>
          <a:prstGeom prst="rect">
            <a:avLst/>
          </a:prstGeom>
          <a:noFill/>
          <a:ln>
            <a:noFill/>
          </a:ln>
        </p:spPr>
      </p:sp>
      <p:sp>
        <p:nvSpPr>
          <p:cNvPr id="276" name="Google Shape;276;p35"/>
          <p:cNvSpPr/>
          <p:nvPr>
            <p:ph idx="17" type="pic"/>
          </p:nvPr>
        </p:nvSpPr>
        <p:spPr>
          <a:xfrm>
            <a:off x="290325" y="3407525"/>
            <a:ext cx="663000" cy="1271100"/>
          </a:xfrm>
          <a:prstGeom prst="rect">
            <a:avLst/>
          </a:prstGeom>
          <a:noFill/>
          <a:ln>
            <a:noFill/>
          </a:ln>
        </p:spPr>
      </p:sp>
      <p:sp>
        <p:nvSpPr>
          <p:cNvPr id="277" name="Google Shape;277;p35"/>
          <p:cNvSpPr/>
          <p:nvPr>
            <p:ph idx="18" type="pic"/>
          </p:nvPr>
        </p:nvSpPr>
        <p:spPr>
          <a:xfrm>
            <a:off x="3191325" y="1862825"/>
            <a:ext cx="663000" cy="1271100"/>
          </a:xfrm>
          <a:prstGeom prst="rect">
            <a:avLst/>
          </a:prstGeom>
          <a:noFill/>
          <a:ln>
            <a:noFill/>
          </a:ln>
        </p:spPr>
      </p:sp>
      <p:sp>
        <p:nvSpPr>
          <p:cNvPr id="278" name="Google Shape;278;p35"/>
          <p:cNvSpPr/>
          <p:nvPr>
            <p:ph idx="19" type="pic"/>
          </p:nvPr>
        </p:nvSpPr>
        <p:spPr>
          <a:xfrm>
            <a:off x="3191325" y="3407525"/>
            <a:ext cx="663000" cy="1271100"/>
          </a:xfrm>
          <a:prstGeom prst="rect">
            <a:avLst/>
          </a:prstGeom>
          <a:noFill/>
          <a:ln>
            <a:noFill/>
          </a:ln>
        </p:spPr>
      </p:sp>
      <p:sp>
        <p:nvSpPr>
          <p:cNvPr id="279" name="Google Shape;279;p35"/>
          <p:cNvSpPr/>
          <p:nvPr>
            <p:ph idx="20" type="pic"/>
          </p:nvPr>
        </p:nvSpPr>
        <p:spPr>
          <a:xfrm>
            <a:off x="6092325" y="1862825"/>
            <a:ext cx="663000" cy="1271100"/>
          </a:xfrm>
          <a:prstGeom prst="rect">
            <a:avLst/>
          </a:prstGeom>
          <a:noFill/>
          <a:ln>
            <a:noFill/>
          </a:ln>
        </p:spPr>
      </p:sp>
      <p:sp>
        <p:nvSpPr>
          <p:cNvPr id="280" name="Google Shape;280;p35"/>
          <p:cNvSpPr/>
          <p:nvPr>
            <p:ph idx="21" type="pic"/>
          </p:nvPr>
        </p:nvSpPr>
        <p:spPr>
          <a:xfrm>
            <a:off x="6092325" y="3407525"/>
            <a:ext cx="663000" cy="1271100"/>
          </a:xfrm>
          <a:prstGeom prst="rect">
            <a:avLst/>
          </a:prstGeom>
          <a:noFill/>
          <a:ln>
            <a:noFill/>
          </a:ln>
        </p:spPr>
      </p:sp>
      <p:sp>
        <p:nvSpPr>
          <p:cNvPr id="281" name="Google Shape;281;p35"/>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83" name="Shape 283"/>
        <p:cNvGrpSpPr/>
        <p:nvPr/>
      </p:nvGrpSpPr>
      <p:grpSpPr>
        <a:xfrm>
          <a:off x="0" y="0"/>
          <a:ext cx="0" cy="0"/>
          <a:chOff x="0" y="0"/>
          <a:chExt cx="0" cy="0"/>
        </a:xfrm>
      </p:grpSpPr>
      <p:sp>
        <p:nvSpPr>
          <p:cNvPr id="284" name="Google Shape;284;p36"/>
          <p:cNvSpPr/>
          <p:nvPr>
            <p:ph idx="2" type="pic"/>
          </p:nvPr>
        </p:nvSpPr>
        <p:spPr>
          <a:xfrm>
            <a:off x="3186000" y="3242875"/>
            <a:ext cx="2798100" cy="1440600"/>
          </a:xfrm>
          <a:prstGeom prst="rect">
            <a:avLst/>
          </a:prstGeom>
          <a:noFill/>
          <a:ln>
            <a:noFill/>
          </a:ln>
        </p:spPr>
      </p:sp>
      <p:sp>
        <p:nvSpPr>
          <p:cNvPr id="285" name="Google Shape;285;p36"/>
          <p:cNvSpPr/>
          <p:nvPr>
            <p:ph idx="3" type="pic"/>
          </p:nvPr>
        </p:nvSpPr>
        <p:spPr>
          <a:xfrm>
            <a:off x="5984100" y="3242875"/>
            <a:ext cx="1440600" cy="1440600"/>
          </a:xfrm>
          <a:prstGeom prst="rect">
            <a:avLst/>
          </a:prstGeom>
          <a:noFill/>
          <a:ln>
            <a:noFill/>
          </a:ln>
        </p:spPr>
      </p:sp>
      <p:sp>
        <p:nvSpPr>
          <p:cNvPr id="286" name="Google Shape;286;p36"/>
          <p:cNvSpPr/>
          <p:nvPr>
            <p:ph idx="4" type="pic"/>
          </p:nvPr>
        </p:nvSpPr>
        <p:spPr>
          <a:xfrm>
            <a:off x="7412150" y="1440350"/>
            <a:ext cx="1441500" cy="3243000"/>
          </a:xfrm>
          <a:prstGeom prst="rect">
            <a:avLst/>
          </a:prstGeom>
          <a:noFill/>
          <a:ln>
            <a:noFill/>
          </a:ln>
        </p:spPr>
      </p:sp>
      <p:sp>
        <p:nvSpPr>
          <p:cNvPr id="287" name="Google Shape;287;p36"/>
          <p:cNvSpPr/>
          <p:nvPr>
            <p:ph idx="5" type="pic"/>
          </p:nvPr>
        </p:nvSpPr>
        <p:spPr>
          <a:xfrm>
            <a:off x="7412150" y="0"/>
            <a:ext cx="1441500" cy="1440600"/>
          </a:xfrm>
          <a:prstGeom prst="rect">
            <a:avLst/>
          </a:prstGeom>
          <a:noFill/>
          <a:ln>
            <a:noFill/>
          </a:ln>
        </p:spPr>
      </p:sp>
      <p:sp>
        <p:nvSpPr>
          <p:cNvPr id="288" name="Google Shape;288;p36"/>
          <p:cNvSpPr/>
          <p:nvPr>
            <p:ph idx="6" type="pic"/>
          </p:nvPr>
        </p:nvSpPr>
        <p:spPr>
          <a:xfrm>
            <a:off x="3184850" y="0"/>
            <a:ext cx="4227300" cy="3243000"/>
          </a:xfrm>
          <a:prstGeom prst="rect">
            <a:avLst/>
          </a:prstGeom>
          <a:noFill/>
          <a:ln>
            <a:noFill/>
          </a:ln>
        </p:spPr>
      </p:sp>
      <p:sp>
        <p:nvSpPr>
          <p:cNvPr id="289" name="Google Shape;289;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0" name="Google Shape;290;p36"/>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6"/>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2" name="Google Shape;292;p3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3" name="Google Shape;293;p36"/>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94" name="Google Shape;294;p36"/>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95" name="Shape 295"/>
        <p:cNvGrpSpPr/>
        <p:nvPr/>
      </p:nvGrpSpPr>
      <p:grpSpPr>
        <a:xfrm>
          <a:off x="0" y="0"/>
          <a:ext cx="0" cy="0"/>
          <a:chOff x="0" y="0"/>
          <a:chExt cx="0" cy="0"/>
        </a:xfrm>
      </p:grpSpPr>
      <p:sp>
        <p:nvSpPr>
          <p:cNvPr id="296" name="Google Shape;296;p37"/>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97" name="Google Shape;297;p3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98" name="Google Shape;298;p3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 name="Google Shape;300;p3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37"/>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2" name="Shape 302"/>
        <p:cNvGrpSpPr/>
        <p:nvPr/>
      </p:nvGrpSpPr>
      <p:grpSpPr>
        <a:xfrm>
          <a:off x="0" y="0"/>
          <a:ext cx="0" cy="0"/>
          <a:chOff x="0" y="0"/>
          <a:chExt cx="0" cy="0"/>
        </a:xfrm>
      </p:grpSpPr>
      <p:sp>
        <p:nvSpPr>
          <p:cNvPr id="303" name="Google Shape;303;p3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04" name="Google Shape;30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10" name="Shape 310"/>
        <p:cNvGrpSpPr/>
        <p:nvPr/>
      </p:nvGrpSpPr>
      <p:grpSpPr>
        <a:xfrm>
          <a:off x="0" y="0"/>
          <a:ext cx="0" cy="0"/>
          <a:chOff x="0" y="0"/>
          <a:chExt cx="0" cy="0"/>
        </a:xfrm>
      </p:grpSpPr>
      <p:sp>
        <p:nvSpPr>
          <p:cNvPr id="311" name="Google Shape;311;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3" name="Google Shape;313;p41"/>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4" name="Shape 314"/>
        <p:cNvGrpSpPr/>
        <p:nvPr/>
      </p:nvGrpSpPr>
      <p:grpSpPr>
        <a:xfrm>
          <a:off x="0" y="0"/>
          <a:ext cx="0" cy="0"/>
          <a:chOff x="0" y="0"/>
          <a:chExt cx="0" cy="0"/>
        </a:xfrm>
      </p:grpSpPr>
      <p:sp>
        <p:nvSpPr>
          <p:cNvPr id="315" name="Google Shape;315;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16" name="Shape 316"/>
        <p:cNvGrpSpPr/>
        <p:nvPr/>
      </p:nvGrpSpPr>
      <p:grpSpPr>
        <a:xfrm>
          <a:off x="0" y="0"/>
          <a:ext cx="0" cy="0"/>
          <a:chOff x="0" y="0"/>
          <a:chExt cx="0" cy="0"/>
        </a:xfrm>
      </p:grpSpPr>
      <p:sp>
        <p:nvSpPr>
          <p:cNvPr id="317" name="Google Shape;317;p4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9" name="Shape 319"/>
        <p:cNvGrpSpPr/>
        <p:nvPr/>
      </p:nvGrpSpPr>
      <p:grpSpPr>
        <a:xfrm>
          <a:off x="0" y="0"/>
          <a:ext cx="0" cy="0"/>
          <a:chOff x="0" y="0"/>
          <a:chExt cx="0" cy="0"/>
        </a:xfrm>
      </p:grpSpPr>
      <p:sp>
        <p:nvSpPr>
          <p:cNvPr id="320" name="Google Shape;320;p4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1" name="Shape 321"/>
        <p:cNvGrpSpPr/>
        <p:nvPr/>
      </p:nvGrpSpPr>
      <p:grpSpPr>
        <a:xfrm>
          <a:off x="0" y="0"/>
          <a:ext cx="0" cy="0"/>
          <a:chOff x="0" y="0"/>
          <a:chExt cx="0" cy="0"/>
        </a:xfrm>
      </p:grpSpPr>
      <p:sp>
        <p:nvSpPr>
          <p:cNvPr id="322" name="Google Shape;322;p4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25" name="Shape 325"/>
        <p:cNvGrpSpPr/>
        <p:nvPr/>
      </p:nvGrpSpPr>
      <p:grpSpPr>
        <a:xfrm>
          <a:off x="0" y="0"/>
          <a:ext cx="0" cy="0"/>
          <a:chOff x="0" y="0"/>
          <a:chExt cx="0" cy="0"/>
        </a:xfrm>
      </p:grpSpPr>
      <p:sp>
        <p:nvSpPr>
          <p:cNvPr id="326" name="Google Shape;326;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27" name="Shape 327"/>
        <p:cNvGrpSpPr/>
        <p:nvPr/>
      </p:nvGrpSpPr>
      <p:grpSpPr>
        <a:xfrm>
          <a:off x="0" y="0"/>
          <a:ext cx="0" cy="0"/>
          <a:chOff x="0" y="0"/>
          <a:chExt cx="0" cy="0"/>
        </a:xfrm>
      </p:grpSpPr>
      <p:sp>
        <p:nvSpPr>
          <p:cNvPr id="328" name="Google Shape;328;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9" name="Google Shape;32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1" name="Shape 331"/>
        <p:cNvGrpSpPr/>
        <p:nvPr/>
      </p:nvGrpSpPr>
      <p:grpSpPr>
        <a:xfrm>
          <a:off x="0" y="0"/>
          <a:ext cx="0" cy="0"/>
          <a:chOff x="0" y="0"/>
          <a:chExt cx="0" cy="0"/>
        </a:xfrm>
      </p:grpSpPr>
      <p:sp>
        <p:nvSpPr>
          <p:cNvPr id="332" name="Google Shape;332;p4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6" name="Google Shape;336;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8" name="Google Shape;338;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50"/>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43" name="Shape 343"/>
        <p:cNvGrpSpPr/>
        <p:nvPr/>
      </p:nvGrpSpPr>
      <p:grpSpPr>
        <a:xfrm>
          <a:off x="0" y="0"/>
          <a:ext cx="0" cy="0"/>
          <a:chOff x="0" y="0"/>
          <a:chExt cx="0" cy="0"/>
        </a:xfrm>
      </p:grpSpPr>
      <p:sp>
        <p:nvSpPr>
          <p:cNvPr id="344" name="Google Shape;344;p5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5" name="Google Shape;345;p51"/>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9" name="Shape 349"/>
        <p:cNvGrpSpPr/>
        <p:nvPr/>
      </p:nvGrpSpPr>
      <p:grpSpPr>
        <a:xfrm>
          <a:off x="0" y="0"/>
          <a:ext cx="0" cy="0"/>
          <a:chOff x="0" y="0"/>
          <a:chExt cx="0" cy="0"/>
        </a:xfrm>
      </p:grpSpPr>
      <p:sp>
        <p:nvSpPr>
          <p:cNvPr id="350" name="Google Shape;350;p52"/>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3" name="Google Shape;353;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2"/>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57" name="Shape 357"/>
        <p:cNvGrpSpPr/>
        <p:nvPr/>
      </p:nvGrpSpPr>
      <p:grpSpPr>
        <a:xfrm>
          <a:off x="0" y="0"/>
          <a:ext cx="0" cy="0"/>
          <a:chOff x="0" y="0"/>
          <a:chExt cx="0" cy="0"/>
        </a:xfrm>
      </p:grpSpPr>
      <p:sp>
        <p:nvSpPr>
          <p:cNvPr id="358" name="Google Shape;358;p53"/>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0" name="Google Shape;360;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5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3" name="Google Shape;363;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67" name="Shape 367"/>
        <p:cNvGrpSpPr/>
        <p:nvPr/>
      </p:nvGrpSpPr>
      <p:grpSpPr>
        <a:xfrm>
          <a:off x="0" y="0"/>
          <a:ext cx="0" cy="0"/>
          <a:chOff x="0" y="0"/>
          <a:chExt cx="0" cy="0"/>
        </a:xfrm>
      </p:grpSpPr>
      <p:sp>
        <p:nvSpPr>
          <p:cNvPr id="368" name="Google Shape;368;p5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70" name="Shape 370"/>
        <p:cNvGrpSpPr/>
        <p:nvPr/>
      </p:nvGrpSpPr>
      <p:grpSpPr>
        <a:xfrm>
          <a:off x="0" y="0"/>
          <a:ext cx="0" cy="0"/>
          <a:chOff x="0" y="0"/>
          <a:chExt cx="0" cy="0"/>
        </a:xfrm>
      </p:grpSpPr>
      <p:sp>
        <p:nvSpPr>
          <p:cNvPr id="371" name="Google Shape;371;p55"/>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5"/>
          <p:cNvSpPr/>
          <p:nvPr>
            <p:ph idx="2" type="pic"/>
          </p:nvPr>
        </p:nvSpPr>
        <p:spPr>
          <a:xfrm>
            <a:off x="4804825" y="1133300"/>
            <a:ext cx="4027500" cy="2392800"/>
          </a:xfrm>
          <a:prstGeom prst="rect">
            <a:avLst/>
          </a:prstGeom>
          <a:noFill/>
          <a:ln>
            <a:noFill/>
          </a:ln>
        </p:spPr>
      </p:sp>
      <p:sp>
        <p:nvSpPr>
          <p:cNvPr id="373" name="Google Shape;373;p55"/>
          <p:cNvSpPr/>
          <p:nvPr>
            <p:ph idx="3" type="pic"/>
          </p:nvPr>
        </p:nvSpPr>
        <p:spPr>
          <a:xfrm>
            <a:off x="311725" y="1133300"/>
            <a:ext cx="4027500" cy="2392800"/>
          </a:xfrm>
          <a:prstGeom prst="rect">
            <a:avLst/>
          </a:prstGeom>
          <a:noFill/>
          <a:ln>
            <a:noFill/>
          </a:ln>
        </p:spPr>
      </p:sp>
      <p:sp>
        <p:nvSpPr>
          <p:cNvPr id="374" name="Google Shape;374;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78" name="Shape 378"/>
        <p:cNvGrpSpPr/>
        <p:nvPr/>
      </p:nvGrpSpPr>
      <p:grpSpPr>
        <a:xfrm>
          <a:off x="0" y="0"/>
          <a:ext cx="0" cy="0"/>
          <a:chOff x="0" y="0"/>
          <a:chExt cx="0" cy="0"/>
        </a:xfrm>
      </p:grpSpPr>
      <p:sp>
        <p:nvSpPr>
          <p:cNvPr id="379" name="Google Shape;379;p56"/>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56"/>
          <p:cNvSpPr/>
          <p:nvPr>
            <p:ph idx="2" type="pic"/>
          </p:nvPr>
        </p:nvSpPr>
        <p:spPr>
          <a:xfrm>
            <a:off x="6205225" y="1128325"/>
            <a:ext cx="2627100" cy="2273100"/>
          </a:xfrm>
          <a:prstGeom prst="rect">
            <a:avLst/>
          </a:prstGeom>
          <a:noFill/>
          <a:ln>
            <a:noFill/>
          </a:ln>
        </p:spPr>
      </p:sp>
      <p:sp>
        <p:nvSpPr>
          <p:cNvPr id="381" name="Google Shape;381;p56"/>
          <p:cNvSpPr/>
          <p:nvPr>
            <p:ph idx="3" type="pic"/>
          </p:nvPr>
        </p:nvSpPr>
        <p:spPr>
          <a:xfrm>
            <a:off x="311725" y="1128325"/>
            <a:ext cx="2627100" cy="2273100"/>
          </a:xfrm>
          <a:prstGeom prst="rect">
            <a:avLst/>
          </a:prstGeom>
          <a:noFill/>
          <a:ln>
            <a:noFill/>
          </a:ln>
        </p:spPr>
      </p:sp>
      <p:sp>
        <p:nvSpPr>
          <p:cNvPr id="382" name="Google Shape;382;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56"/>
          <p:cNvSpPr/>
          <p:nvPr>
            <p:ph idx="5" type="pic"/>
          </p:nvPr>
        </p:nvSpPr>
        <p:spPr>
          <a:xfrm>
            <a:off x="3255250" y="1128325"/>
            <a:ext cx="2627100" cy="2273100"/>
          </a:xfrm>
          <a:prstGeom prst="rect">
            <a:avLst/>
          </a:prstGeom>
          <a:noFill/>
          <a:ln>
            <a:noFill/>
          </a:ln>
        </p:spPr>
      </p:sp>
      <p:sp>
        <p:nvSpPr>
          <p:cNvPr id="384" name="Google Shape;384;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7" name="Google Shape;38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8" name="Google Shape;38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9" name="Shape 389"/>
        <p:cNvGrpSpPr/>
        <p:nvPr/>
      </p:nvGrpSpPr>
      <p:grpSpPr>
        <a:xfrm>
          <a:off x="0" y="0"/>
          <a:ext cx="0" cy="0"/>
          <a:chOff x="0" y="0"/>
          <a:chExt cx="0" cy="0"/>
        </a:xfrm>
      </p:grpSpPr>
      <p:sp>
        <p:nvSpPr>
          <p:cNvPr id="390" name="Google Shape;39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91" name="Shape 391"/>
        <p:cNvGrpSpPr/>
        <p:nvPr/>
      </p:nvGrpSpPr>
      <p:grpSpPr>
        <a:xfrm>
          <a:off x="0" y="0"/>
          <a:ext cx="0" cy="0"/>
          <a:chOff x="0" y="0"/>
          <a:chExt cx="0" cy="0"/>
        </a:xfrm>
      </p:grpSpPr>
      <p:sp>
        <p:nvSpPr>
          <p:cNvPr id="392" name="Google Shape;392;p58"/>
          <p:cNvSpPr/>
          <p:nvPr>
            <p:ph idx="2" type="pic"/>
          </p:nvPr>
        </p:nvSpPr>
        <p:spPr>
          <a:xfrm>
            <a:off x="3389600" y="118913"/>
            <a:ext cx="1643700" cy="1535100"/>
          </a:xfrm>
          <a:prstGeom prst="rect">
            <a:avLst/>
          </a:prstGeom>
          <a:noFill/>
          <a:ln>
            <a:noFill/>
          </a:ln>
        </p:spPr>
      </p:sp>
      <p:sp>
        <p:nvSpPr>
          <p:cNvPr id="393" name="Google Shape;393;p58"/>
          <p:cNvSpPr/>
          <p:nvPr>
            <p:ph idx="3" type="pic"/>
          </p:nvPr>
        </p:nvSpPr>
        <p:spPr>
          <a:xfrm>
            <a:off x="5195935" y="118913"/>
            <a:ext cx="1643700" cy="1535100"/>
          </a:xfrm>
          <a:prstGeom prst="rect">
            <a:avLst/>
          </a:prstGeom>
          <a:noFill/>
          <a:ln>
            <a:noFill/>
          </a:ln>
        </p:spPr>
      </p:sp>
      <p:sp>
        <p:nvSpPr>
          <p:cNvPr id="394" name="Google Shape;394;p58"/>
          <p:cNvSpPr/>
          <p:nvPr>
            <p:ph idx="4" type="pic"/>
          </p:nvPr>
        </p:nvSpPr>
        <p:spPr>
          <a:xfrm>
            <a:off x="7002270" y="118913"/>
            <a:ext cx="1643700" cy="1535100"/>
          </a:xfrm>
          <a:prstGeom prst="rect">
            <a:avLst/>
          </a:prstGeom>
          <a:noFill/>
          <a:ln>
            <a:noFill/>
          </a:ln>
        </p:spPr>
      </p:sp>
      <p:sp>
        <p:nvSpPr>
          <p:cNvPr id="395" name="Google Shape;395;p58"/>
          <p:cNvSpPr/>
          <p:nvPr>
            <p:ph idx="5" type="pic"/>
          </p:nvPr>
        </p:nvSpPr>
        <p:spPr>
          <a:xfrm>
            <a:off x="3389588" y="1804212"/>
            <a:ext cx="1643700" cy="1535100"/>
          </a:xfrm>
          <a:prstGeom prst="rect">
            <a:avLst/>
          </a:prstGeom>
          <a:noFill/>
          <a:ln>
            <a:noFill/>
          </a:ln>
        </p:spPr>
      </p:sp>
      <p:sp>
        <p:nvSpPr>
          <p:cNvPr id="396" name="Google Shape;396;p58"/>
          <p:cNvSpPr/>
          <p:nvPr>
            <p:ph idx="6" type="pic"/>
          </p:nvPr>
        </p:nvSpPr>
        <p:spPr>
          <a:xfrm>
            <a:off x="5195922" y="1804212"/>
            <a:ext cx="1643700" cy="1535100"/>
          </a:xfrm>
          <a:prstGeom prst="rect">
            <a:avLst/>
          </a:prstGeom>
          <a:noFill/>
          <a:ln>
            <a:noFill/>
          </a:ln>
        </p:spPr>
      </p:sp>
      <p:sp>
        <p:nvSpPr>
          <p:cNvPr id="397" name="Google Shape;397;p58"/>
          <p:cNvSpPr/>
          <p:nvPr>
            <p:ph idx="7" type="pic"/>
          </p:nvPr>
        </p:nvSpPr>
        <p:spPr>
          <a:xfrm>
            <a:off x="7002257" y="1804212"/>
            <a:ext cx="1643700" cy="1535100"/>
          </a:xfrm>
          <a:prstGeom prst="rect">
            <a:avLst/>
          </a:prstGeom>
          <a:noFill/>
          <a:ln>
            <a:noFill/>
          </a:ln>
        </p:spPr>
      </p:sp>
      <p:sp>
        <p:nvSpPr>
          <p:cNvPr id="398" name="Google Shape;398;p58"/>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58"/>
          <p:cNvSpPr/>
          <p:nvPr>
            <p:ph idx="8" type="pic"/>
          </p:nvPr>
        </p:nvSpPr>
        <p:spPr>
          <a:xfrm>
            <a:off x="3389588" y="3489487"/>
            <a:ext cx="1643700" cy="1535100"/>
          </a:xfrm>
          <a:prstGeom prst="rect">
            <a:avLst/>
          </a:prstGeom>
          <a:noFill/>
          <a:ln>
            <a:noFill/>
          </a:ln>
        </p:spPr>
      </p:sp>
      <p:sp>
        <p:nvSpPr>
          <p:cNvPr id="400" name="Google Shape;400;p58"/>
          <p:cNvSpPr/>
          <p:nvPr>
            <p:ph idx="9" type="pic"/>
          </p:nvPr>
        </p:nvSpPr>
        <p:spPr>
          <a:xfrm>
            <a:off x="5195922" y="3489487"/>
            <a:ext cx="1643700" cy="1535100"/>
          </a:xfrm>
          <a:prstGeom prst="rect">
            <a:avLst/>
          </a:prstGeom>
          <a:noFill/>
          <a:ln>
            <a:noFill/>
          </a:ln>
        </p:spPr>
      </p:sp>
      <p:sp>
        <p:nvSpPr>
          <p:cNvPr id="401" name="Google Shape;40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5" name="Google Shape;5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6" name="Google Shape;5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7" name="Google Shape;5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59"/>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59"/>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408" name="Google Shape;408;p5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9"/>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NOMBRE PROYECTO</a:t>
            </a:r>
            <a:endParaRPr/>
          </a:p>
        </p:txBody>
      </p:sp>
      <p:sp>
        <p:nvSpPr>
          <p:cNvPr id="410" name="Google Shape;410;p59"/>
          <p:cNvSpPr txBox="1"/>
          <p:nvPr>
            <p:ph idx="2" type="title"/>
          </p:nvPr>
        </p:nvSpPr>
        <p:spPr>
          <a:xfrm>
            <a:off x="571250" y="2269400"/>
            <a:ext cx="3135300" cy="231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000"/>
              <a:t>Experiencia 1</a:t>
            </a:r>
            <a:endParaRPr sz="1000"/>
          </a:p>
          <a:p>
            <a:pPr indent="0" lvl="0" marL="0" rtl="0" algn="l">
              <a:spcBef>
                <a:spcPts val="0"/>
              </a:spcBef>
              <a:spcAft>
                <a:spcPts val="0"/>
              </a:spcAft>
              <a:buNone/>
            </a:pPr>
            <a:r>
              <a:rPr lang="en" sz="1000"/>
              <a:t>Ingenieria de Software 005D</a:t>
            </a:r>
            <a:endParaRPr sz="1000"/>
          </a:p>
          <a:p>
            <a:pPr indent="0" lvl="0" marL="0" rtl="0" algn="l">
              <a:spcBef>
                <a:spcPts val="0"/>
              </a:spcBef>
              <a:spcAft>
                <a:spcPts val="0"/>
              </a:spcAft>
              <a:buNone/>
            </a:pPr>
            <a:r>
              <a:rPr lang="en" sz="1000"/>
              <a:t>Caso Biblioteca V11</a:t>
            </a:r>
            <a:endParaRPr sz="1000"/>
          </a:p>
          <a:p>
            <a:pPr indent="0" lvl="0" marL="0" rtl="0" algn="l">
              <a:spcBef>
                <a:spcPts val="0"/>
              </a:spcBef>
              <a:spcAft>
                <a:spcPts val="0"/>
              </a:spcAft>
              <a:buNone/>
            </a:pPr>
            <a:r>
              <a:rPr lang="en" sz="1000"/>
              <a:t>Jeremy Hernandez</a:t>
            </a:r>
            <a:endParaRPr sz="1000"/>
          </a:p>
          <a:p>
            <a:pPr indent="0" lvl="0" marL="0" rtl="0" algn="l">
              <a:spcBef>
                <a:spcPts val="0"/>
              </a:spcBef>
              <a:spcAft>
                <a:spcPts val="0"/>
              </a:spcAft>
              <a:buNone/>
            </a:pPr>
            <a:r>
              <a:rPr lang="en" sz="1000"/>
              <a:t>Constanza Carrasco</a:t>
            </a:r>
            <a:endParaRPr sz="1000"/>
          </a:p>
          <a:p>
            <a:pPr indent="0" lvl="0" marL="0" rtl="0" algn="l">
              <a:spcBef>
                <a:spcPts val="0"/>
              </a:spcBef>
              <a:spcAft>
                <a:spcPts val="0"/>
              </a:spcAft>
              <a:buNone/>
            </a:pPr>
            <a:r>
              <a:rPr lang="en" sz="1000"/>
              <a:t>Bastian Morales</a:t>
            </a:r>
            <a:endParaRPr sz="1000"/>
          </a:p>
          <a:p>
            <a:pPr indent="0" lvl="0" marL="0" rtl="0" algn="l">
              <a:spcBef>
                <a:spcPts val="0"/>
              </a:spcBef>
              <a:spcAft>
                <a:spcPts val="0"/>
              </a:spcAft>
              <a:buNone/>
            </a:pPr>
            <a:r>
              <a:rPr lang="en" sz="1000"/>
              <a:t>Fecha 16/04/26</a:t>
            </a:r>
            <a:endParaRPr sz="1000"/>
          </a:p>
          <a:p>
            <a:pPr indent="0" lvl="0" marL="0" rtl="0" algn="l">
              <a:spcBef>
                <a:spcPts val="0"/>
              </a:spcBef>
              <a:spcAft>
                <a:spcPts val="0"/>
              </a:spcAft>
              <a:buNone/>
            </a:pPr>
            <a:r>
              <a:t/>
            </a:r>
            <a:endParaRPr sz="1000"/>
          </a:p>
        </p:txBody>
      </p:sp>
      <p:sp>
        <p:nvSpPr>
          <p:cNvPr id="411" name="Google Shape;411;p59"/>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cxnSp>
        <p:nvCxnSpPr>
          <p:cNvPr id="412" name="Google Shape;412;p59"/>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0"/>
          <p:cNvSpPr/>
          <p:nvPr/>
        </p:nvSpPr>
        <p:spPr>
          <a:xfrm>
            <a:off x="99500" y="1751850"/>
            <a:ext cx="8573100" cy="2604600"/>
          </a:xfrm>
          <a:prstGeom prst="rect">
            <a:avLst/>
          </a:prstGeom>
          <a:solidFill>
            <a:schemeClr val="accent3"/>
          </a:solidFill>
          <a:ln>
            <a:noFill/>
          </a:ln>
        </p:spPr>
        <p:txBody>
          <a:bodyPr anchorCtr="0" anchor="ctr" bIns="191500" lIns="191500" spcFirstLastPara="1" rIns="191500" wrap="square" tIns="191500">
            <a:noAutofit/>
          </a:bodyPr>
          <a:lstStyle/>
          <a:p>
            <a:pPr indent="0" lvl="0" marL="0" rtl="0" algn="ctr">
              <a:spcBef>
                <a:spcPts val="0"/>
              </a:spcBef>
              <a:spcAft>
                <a:spcPts val="0"/>
              </a:spcAft>
              <a:buNone/>
            </a:pPr>
            <a:r>
              <a:t/>
            </a:r>
            <a:endParaRPr sz="2932">
              <a:solidFill>
                <a:schemeClr val="dk1"/>
              </a:solidFill>
              <a:latin typeface="Inter"/>
              <a:ea typeface="Inter"/>
              <a:cs typeface="Inter"/>
              <a:sym typeface="Inter"/>
            </a:endParaRPr>
          </a:p>
        </p:txBody>
      </p:sp>
      <p:sp>
        <p:nvSpPr>
          <p:cNvPr id="418" name="Google Shape;418;p60"/>
          <p:cNvSpPr/>
          <p:nvPr/>
        </p:nvSpPr>
        <p:spPr>
          <a:xfrm>
            <a:off x="99525" y="1476150"/>
            <a:ext cx="8573100" cy="27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9" name="Google Shape;419;p60"/>
          <p:cNvSpPr txBox="1"/>
          <p:nvPr>
            <p:ph type="title"/>
          </p:nvPr>
        </p:nvSpPr>
        <p:spPr>
          <a:xfrm>
            <a:off x="284850" y="474875"/>
            <a:ext cx="7927200" cy="115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INTRODUCCION</a:t>
            </a:r>
            <a:endParaRPr/>
          </a:p>
        </p:txBody>
      </p:sp>
      <p:sp>
        <p:nvSpPr>
          <p:cNvPr id="420" name="Google Shape;420;p6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6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422" name="Google Shape;422;p6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423" name="Google Shape;423;p60"/>
          <p:cNvSpPr txBox="1"/>
          <p:nvPr>
            <p:ph idx="1" type="body"/>
          </p:nvPr>
        </p:nvSpPr>
        <p:spPr>
          <a:xfrm>
            <a:off x="144900" y="1700649"/>
            <a:ext cx="8854200" cy="2423100"/>
          </a:xfrm>
          <a:prstGeom prst="rect">
            <a:avLst/>
          </a:prstGeom>
        </p:spPr>
        <p:txBody>
          <a:bodyPr anchorCtr="0" anchor="t" bIns="191500" lIns="191500" spcFirstLastPara="1" rIns="191500" wrap="square" tIns="191500">
            <a:noAutofit/>
          </a:bodyPr>
          <a:lstStyle/>
          <a:p>
            <a:pPr indent="0" lvl="0" marL="0" rtl="0" algn="l">
              <a:spcBef>
                <a:spcPts val="0"/>
              </a:spcBef>
              <a:spcAft>
                <a:spcPts val="0"/>
              </a:spcAft>
              <a:buNone/>
            </a:pPr>
            <a:r>
              <a:rPr lang="en" sz="2313">
                <a:solidFill>
                  <a:schemeClr val="dk1"/>
                </a:solidFill>
              </a:rPr>
              <a:t>Implementación de un Sistema de Gestión Bibliotecaria para la Universidad UNILIB, enfocado en la automatización de procesos y el control de activos.</a:t>
            </a:r>
            <a:endParaRPr sz="2313">
              <a:solidFill>
                <a:schemeClr val="dk1"/>
              </a:solidFill>
            </a:endParaRPr>
          </a:p>
          <a:p>
            <a:pPr indent="0" lvl="0" marL="0" rtl="0" algn="l">
              <a:spcBef>
                <a:spcPts val="0"/>
              </a:spcBef>
              <a:spcAft>
                <a:spcPts val="0"/>
              </a:spcAft>
              <a:buNone/>
            </a:pPr>
            <a:r>
              <a:t/>
            </a:r>
            <a:endParaRPr sz="2313">
              <a:solidFill>
                <a:schemeClr val="dk1"/>
              </a:solidFill>
            </a:endParaRPr>
          </a:p>
          <a:p>
            <a:pPr indent="0" lvl="0" marL="0" rtl="0" algn="l">
              <a:spcBef>
                <a:spcPts val="0"/>
              </a:spcBef>
              <a:spcAft>
                <a:spcPts val="0"/>
              </a:spcAft>
              <a:buNone/>
            </a:pPr>
            <a:r>
              <a:rPr lang="en" sz="2313">
                <a:solidFill>
                  <a:schemeClr val="dk1"/>
                </a:solidFill>
              </a:rPr>
              <a:t>Eliminar la gestión manual que provoca pérdida de libros y tiempos de espera excesivos para los alumnos.</a:t>
            </a:r>
            <a:endParaRPr sz="2313">
              <a:solidFill>
                <a:schemeClr val="dk1"/>
              </a:solidFill>
            </a:endParaRPr>
          </a:p>
        </p:txBody>
      </p:sp>
      <p:sp>
        <p:nvSpPr>
          <p:cNvPr id="424" name="Google Shape;424;p60"/>
          <p:cNvSpPr/>
          <p:nvPr/>
        </p:nvSpPr>
        <p:spPr>
          <a:xfrm rot="5400000">
            <a:off x="6242697" y="887260"/>
            <a:ext cx="470414" cy="413694"/>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cxnSp>
        <p:nvCxnSpPr>
          <p:cNvPr id="425" name="Google Shape;425;p60"/>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26" name="Google Shape;426;p60"/>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27" name="Google Shape;427;p60"/>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61"/>
          <p:cNvSpPr txBox="1"/>
          <p:nvPr>
            <p:ph type="title"/>
          </p:nvPr>
        </p:nvSpPr>
        <p:spPr>
          <a:xfrm>
            <a:off x="283850" y="285900"/>
            <a:ext cx="5674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Descripcion del problema</a:t>
            </a:r>
            <a:endParaRPr/>
          </a:p>
        </p:txBody>
      </p:sp>
      <p:sp>
        <p:nvSpPr>
          <p:cNvPr id="434" name="Google Shape;434;p61"/>
          <p:cNvSpPr txBox="1"/>
          <p:nvPr>
            <p:ph idx="1" type="body"/>
          </p:nvPr>
        </p:nvSpPr>
        <p:spPr>
          <a:xfrm>
            <a:off x="2457975" y="2988575"/>
            <a:ext cx="20550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Pérdida recurrente de material bibliográfico, falta de trazabilidad en préstamos y colas críticas en horas punta.</a:t>
            </a:r>
            <a:endParaRPr/>
          </a:p>
        </p:txBody>
      </p:sp>
      <p:sp>
        <p:nvSpPr>
          <p:cNvPr id="435" name="Google Shape;435;p61"/>
          <p:cNvSpPr txBox="1"/>
          <p:nvPr>
            <p:ph idx="4" type="body"/>
          </p:nvPr>
        </p:nvSpPr>
        <p:spPr>
          <a:xfrm>
            <a:off x="4629750" y="1751875"/>
            <a:ext cx="2055000" cy="81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t>
            </a:r>
            <a:r>
              <a:rPr lang="en"/>
              <a:t>érdida de material físico, las dificultades de acceso a la información y la ineficiencia operativa que genera largas esperas.</a:t>
            </a:r>
            <a:endParaRPr/>
          </a:p>
        </p:txBody>
      </p:sp>
      <p:sp>
        <p:nvSpPr>
          <p:cNvPr id="436" name="Google Shape;436;p61"/>
          <p:cNvSpPr txBox="1"/>
          <p:nvPr>
            <p:ph idx="5" type="body"/>
          </p:nvPr>
        </p:nvSpPr>
        <p:spPr>
          <a:xfrm>
            <a:off x="6802575" y="2988575"/>
            <a:ext cx="2054700" cy="72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Desarrollar una solución integral que permita la búsqueda, reserva, préstamo y devolución de libros de forma eficiente y segura.</a:t>
            </a:r>
            <a:endParaRPr/>
          </a:p>
        </p:txBody>
      </p:sp>
      <p:cxnSp>
        <p:nvCxnSpPr>
          <p:cNvPr id="437" name="Google Shape;437;p61"/>
          <p:cNvCxnSpPr/>
          <p:nvPr/>
        </p:nvCxnSpPr>
        <p:spPr>
          <a:xfrm>
            <a:off x="225525" y="10198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8" name="Google Shape;438;p61"/>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439" name="Google Shape;439;p61"/>
          <p:cNvSpPr txBox="1"/>
          <p:nvPr>
            <p:ph idx="1" type="body"/>
          </p:nvPr>
        </p:nvSpPr>
        <p:spPr>
          <a:xfrm>
            <a:off x="284850" y="1751875"/>
            <a:ext cx="2055000" cy="229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La biblioteca opera con registros manuales o sistemas obsoletos.</a:t>
            </a:r>
            <a:endParaRPr/>
          </a:p>
        </p:txBody>
      </p:sp>
      <p:sp>
        <p:nvSpPr>
          <p:cNvPr id="440" name="Google Shape;440;p61"/>
          <p:cNvSpPr txBox="1"/>
          <p:nvPr/>
        </p:nvSpPr>
        <p:spPr>
          <a:xfrm>
            <a:off x="323250" y="1150338"/>
            <a:ext cx="19782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lt1"/>
                </a:solidFill>
                <a:latin typeface="Inter"/>
                <a:ea typeface="Inter"/>
                <a:cs typeface="Inter"/>
                <a:sym typeface="Inter"/>
              </a:rPr>
              <a:t>Contexto Actual</a:t>
            </a:r>
            <a:endParaRPr b="1" i="1" sz="1200">
              <a:solidFill>
                <a:schemeClr val="lt1"/>
              </a:solidFill>
              <a:latin typeface="Inter"/>
              <a:ea typeface="Inter"/>
              <a:cs typeface="Inter"/>
              <a:sym typeface="Inter"/>
            </a:endParaRPr>
          </a:p>
        </p:txBody>
      </p:sp>
      <p:sp>
        <p:nvSpPr>
          <p:cNvPr id="441" name="Google Shape;441;p61"/>
          <p:cNvSpPr txBox="1"/>
          <p:nvPr/>
        </p:nvSpPr>
        <p:spPr>
          <a:xfrm>
            <a:off x="2457225" y="2402575"/>
            <a:ext cx="19782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lt1"/>
                </a:solidFill>
                <a:latin typeface="Inter"/>
                <a:ea typeface="Inter"/>
                <a:cs typeface="Inter"/>
                <a:sym typeface="Inter"/>
              </a:rPr>
              <a:t>Problematica</a:t>
            </a:r>
            <a:endParaRPr b="1" i="1" sz="1200">
              <a:solidFill>
                <a:schemeClr val="lt1"/>
              </a:solidFill>
              <a:latin typeface="Inter"/>
              <a:ea typeface="Inter"/>
              <a:cs typeface="Inter"/>
              <a:sym typeface="Inter"/>
            </a:endParaRPr>
          </a:p>
          <a:p>
            <a:pPr indent="0" lvl="0" marL="0" rtl="0" algn="l">
              <a:spcBef>
                <a:spcPts val="0"/>
              </a:spcBef>
              <a:spcAft>
                <a:spcPts val="0"/>
              </a:spcAft>
              <a:buNone/>
            </a:pPr>
            <a:r>
              <a:rPr b="1" i="1" lang="en" sz="1200">
                <a:solidFill>
                  <a:schemeClr val="lt1"/>
                </a:solidFill>
                <a:latin typeface="Inter"/>
                <a:ea typeface="Inter"/>
                <a:cs typeface="Inter"/>
                <a:sym typeface="Inter"/>
              </a:rPr>
              <a:t>observada</a:t>
            </a:r>
            <a:endParaRPr b="1" i="1" sz="1200">
              <a:solidFill>
                <a:schemeClr val="lt1"/>
              </a:solidFill>
              <a:latin typeface="Inter"/>
              <a:ea typeface="Inter"/>
              <a:cs typeface="Inter"/>
              <a:sym typeface="Inter"/>
            </a:endParaRPr>
          </a:p>
        </p:txBody>
      </p:sp>
      <p:sp>
        <p:nvSpPr>
          <p:cNvPr id="442" name="Google Shape;442;p61"/>
          <p:cNvSpPr txBox="1"/>
          <p:nvPr/>
        </p:nvSpPr>
        <p:spPr>
          <a:xfrm>
            <a:off x="4668150" y="1150338"/>
            <a:ext cx="19782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lt1"/>
                </a:solidFill>
                <a:latin typeface="Inter"/>
                <a:ea typeface="Inter"/>
                <a:cs typeface="Inter"/>
                <a:sym typeface="Inter"/>
              </a:rPr>
              <a:t>Necesidad del</a:t>
            </a:r>
            <a:endParaRPr b="1" i="1" sz="1200">
              <a:solidFill>
                <a:schemeClr val="lt1"/>
              </a:solidFill>
              <a:latin typeface="Inter"/>
              <a:ea typeface="Inter"/>
              <a:cs typeface="Inter"/>
              <a:sym typeface="Inter"/>
            </a:endParaRPr>
          </a:p>
          <a:p>
            <a:pPr indent="0" lvl="0" marL="0" rtl="0" algn="l">
              <a:spcBef>
                <a:spcPts val="0"/>
              </a:spcBef>
              <a:spcAft>
                <a:spcPts val="0"/>
              </a:spcAft>
              <a:buNone/>
            </a:pPr>
            <a:r>
              <a:rPr b="1" i="1" lang="en" sz="1200">
                <a:solidFill>
                  <a:schemeClr val="lt1"/>
                </a:solidFill>
                <a:latin typeface="Inter"/>
                <a:ea typeface="Inter"/>
                <a:cs typeface="Inter"/>
                <a:sym typeface="Inter"/>
              </a:rPr>
              <a:t>cliente</a:t>
            </a:r>
            <a:endParaRPr b="1" i="1" sz="1200">
              <a:solidFill>
                <a:schemeClr val="lt1"/>
              </a:solidFill>
              <a:latin typeface="Inter"/>
              <a:ea typeface="Inter"/>
              <a:cs typeface="Inter"/>
              <a:sym typeface="Inter"/>
            </a:endParaRPr>
          </a:p>
        </p:txBody>
      </p:sp>
      <p:sp>
        <p:nvSpPr>
          <p:cNvPr id="443" name="Google Shape;443;p61"/>
          <p:cNvSpPr txBox="1"/>
          <p:nvPr/>
        </p:nvSpPr>
        <p:spPr>
          <a:xfrm>
            <a:off x="6802575" y="2402575"/>
            <a:ext cx="19782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lt1"/>
                </a:solidFill>
                <a:latin typeface="Inter"/>
                <a:ea typeface="Inter"/>
                <a:cs typeface="Inter"/>
                <a:sym typeface="Inter"/>
              </a:rPr>
              <a:t>Objetivo General del proyecto</a:t>
            </a:r>
            <a:endParaRPr b="1" i="1" sz="12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62"/>
          <p:cNvSpPr txBox="1"/>
          <p:nvPr>
            <p:ph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Metodologia Propuesta</a:t>
            </a:r>
            <a:endParaRPr/>
          </a:p>
          <a:p>
            <a:pPr indent="0" lvl="0" marL="0" rtl="0" algn="l">
              <a:spcBef>
                <a:spcPts val="0"/>
              </a:spcBef>
              <a:spcAft>
                <a:spcPts val="0"/>
              </a:spcAft>
              <a:buNone/>
            </a:pPr>
            <a:r>
              <a:t/>
            </a:r>
            <a:endParaRPr/>
          </a:p>
        </p:txBody>
      </p:sp>
      <p:cxnSp>
        <p:nvCxnSpPr>
          <p:cNvPr id="450" name="Google Shape;450;p62"/>
          <p:cNvCxnSpPr/>
          <p:nvPr/>
        </p:nvCxnSpPr>
        <p:spPr>
          <a:xfrm>
            <a:off x="225525" y="10198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51" name="Google Shape;451;p62"/>
          <p:cNvCxnSpPr/>
          <p:nvPr/>
        </p:nvCxnSpPr>
        <p:spPr>
          <a:xfrm>
            <a:off x="283850" y="4683725"/>
            <a:ext cx="8573100" cy="0"/>
          </a:xfrm>
          <a:prstGeom prst="straightConnector1">
            <a:avLst/>
          </a:prstGeom>
          <a:noFill/>
          <a:ln cap="flat" cmpd="sng" w="9525">
            <a:solidFill>
              <a:schemeClr val="lt1"/>
            </a:solidFill>
            <a:prstDash val="solid"/>
            <a:round/>
            <a:headEnd len="med" w="med" type="none"/>
            <a:tailEnd len="med" w="med" type="none"/>
          </a:ln>
        </p:spPr>
      </p:cxnSp>
      <p:sp>
        <p:nvSpPr>
          <p:cNvPr id="452" name="Google Shape;452;p62"/>
          <p:cNvSpPr txBox="1"/>
          <p:nvPr>
            <p:ph idx="1" type="body"/>
          </p:nvPr>
        </p:nvSpPr>
        <p:spPr>
          <a:xfrm>
            <a:off x="374275" y="1751875"/>
            <a:ext cx="4408800" cy="276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 elige un enfoque ágil para asegurar la Satisfacción del Cliente mediante entregas tempranas de módulos (ej. buscador de libros).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 aplica el Tablero Kanban para mejorar la Visibilidad del Trabajo y evitar cuellos de botella.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 prioriza la Productividad (P) reduciendo el "re-trabajo" mediante reuniones de planificación al inicio de cada iteración.</a:t>
            </a:r>
            <a:endParaRPr/>
          </a:p>
        </p:txBody>
      </p:sp>
      <p:sp>
        <p:nvSpPr>
          <p:cNvPr id="453" name="Google Shape;453;p62"/>
          <p:cNvSpPr txBox="1"/>
          <p:nvPr/>
        </p:nvSpPr>
        <p:spPr>
          <a:xfrm>
            <a:off x="323250" y="1150350"/>
            <a:ext cx="47676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lt1"/>
                </a:solidFill>
                <a:latin typeface="Inter"/>
                <a:ea typeface="Inter"/>
                <a:cs typeface="Inter"/>
                <a:sym typeface="Inter"/>
              </a:rPr>
              <a:t>​Metodología: Híbrida / Tune-Up Process.</a:t>
            </a:r>
            <a:endParaRPr b="1" i="1" sz="1200">
              <a:solidFill>
                <a:schemeClr val="lt1"/>
              </a:solidFill>
              <a:latin typeface="Inter"/>
              <a:ea typeface="Inter"/>
              <a:cs typeface="Inter"/>
              <a:sym typeface="Inter"/>
            </a:endParaRPr>
          </a:p>
        </p:txBody>
      </p:sp>
      <p:cxnSp>
        <p:nvCxnSpPr>
          <p:cNvPr id="454" name="Google Shape;454;p62"/>
          <p:cNvCxnSpPr/>
          <p:nvPr/>
        </p:nvCxnSpPr>
        <p:spPr>
          <a:xfrm rot="10800000">
            <a:off x="5233525" y="1466950"/>
            <a:ext cx="11100" cy="27696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3"/>
          <p:cNvSpPr txBox="1"/>
          <p:nvPr>
            <p:ph type="title"/>
          </p:nvPr>
        </p:nvSpPr>
        <p:spPr>
          <a:xfrm>
            <a:off x="284850" y="285900"/>
            <a:ext cx="7960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Requerimientos Funcionales</a:t>
            </a:r>
            <a:endParaRPr/>
          </a:p>
        </p:txBody>
      </p:sp>
      <p:grpSp>
        <p:nvGrpSpPr>
          <p:cNvPr id="461" name="Google Shape;461;p63"/>
          <p:cNvGrpSpPr/>
          <p:nvPr/>
        </p:nvGrpSpPr>
        <p:grpSpPr>
          <a:xfrm>
            <a:off x="314325" y="870830"/>
            <a:ext cx="8630850" cy="3812849"/>
            <a:chOff x="284850" y="1555125"/>
            <a:chExt cx="8630850" cy="2458475"/>
          </a:xfrm>
        </p:grpSpPr>
        <p:sp>
          <p:nvSpPr>
            <p:cNvPr id="462" name="Google Shape;462;p63"/>
            <p:cNvSpPr txBox="1"/>
            <p:nvPr/>
          </p:nvSpPr>
          <p:spPr>
            <a:xfrm>
              <a:off x="284850" y="1781765"/>
              <a:ext cx="3494400" cy="178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Registro y validación de usuarios (alumnos/docentes) mediante RUT.</a:t>
              </a:r>
              <a:endParaRPr sz="800">
                <a:solidFill>
                  <a:schemeClr val="lt1"/>
                </a:solidFill>
                <a:latin typeface="Inter"/>
                <a:ea typeface="Inter"/>
                <a:cs typeface="Inter"/>
                <a:sym typeface="Inter"/>
              </a:endParaRPr>
            </a:p>
          </p:txBody>
        </p:sp>
        <p:sp>
          <p:nvSpPr>
            <p:cNvPr id="463" name="Google Shape;463;p63"/>
            <p:cNvSpPr txBox="1"/>
            <p:nvPr/>
          </p:nvSpPr>
          <p:spPr>
            <a:xfrm>
              <a:off x="284850" y="1555574"/>
              <a:ext cx="3494400" cy="1782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Requerimiento</a:t>
              </a:r>
              <a:endParaRPr>
                <a:solidFill>
                  <a:schemeClr val="lt1"/>
                </a:solidFill>
                <a:latin typeface="Inter"/>
                <a:ea typeface="Inter"/>
                <a:cs typeface="Inter"/>
                <a:sym typeface="Inter"/>
              </a:endParaRPr>
            </a:p>
          </p:txBody>
        </p:sp>
        <p:sp>
          <p:nvSpPr>
            <p:cNvPr id="464" name="Google Shape;464;p63"/>
            <p:cNvSpPr txBox="1"/>
            <p:nvPr/>
          </p:nvSpPr>
          <p:spPr>
            <a:xfrm>
              <a:off x="284850" y="1983808"/>
              <a:ext cx="34944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Catálogo en línea con motor de búsqueda por título, autor y categoría.</a:t>
              </a:r>
              <a:endParaRPr sz="800">
                <a:solidFill>
                  <a:schemeClr val="lt1"/>
                </a:solidFill>
                <a:latin typeface="Inter"/>
                <a:ea typeface="Inter"/>
                <a:cs typeface="Inter"/>
                <a:sym typeface="Inter"/>
              </a:endParaRPr>
            </a:p>
          </p:txBody>
        </p:sp>
        <p:sp>
          <p:nvSpPr>
            <p:cNvPr id="465" name="Google Shape;465;p63"/>
            <p:cNvSpPr txBox="1"/>
            <p:nvPr/>
          </p:nvSpPr>
          <p:spPr>
            <a:xfrm>
              <a:off x="284850" y="2215389"/>
              <a:ext cx="34944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Sistema de préstamos y devoluciones con validación de stock en tiempo real.</a:t>
              </a:r>
              <a:endParaRPr sz="800">
                <a:solidFill>
                  <a:schemeClr val="lt1"/>
                </a:solidFill>
                <a:latin typeface="Inter"/>
                <a:ea typeface="Inter"/>
                <a:cs typeface="Inter"/>
                <a:sym typeface="Inter"/>
              </a:endParaRPr>
            </a:p>
          </p:txBody>
        </p:sp>
        <p:sp>
          <p:nvSpPr>
            <p:cNvPr id="466" name="Google Shape;466;p63"/>
            <p:cNvSpPr txBox="1"/>
            <p:nvPr/>
          </p:nvSpPr>
          <p:spPr>
            <a:xfrm>
              <a:off x="6086100" y="1748043"/>
              <a:ext cx="27708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RF1</a:t>
              </a:r>
              <a:endParaRPr sz="1000">
                <a:solidFill>
                  <a:schemeClr val="lt1"/>
                </a:solidFill>
                <a:latin typeface="Inter"/>
                <a:ea typeface="Inter"/>
                <a:cs typeface="Inter"/>
                <a:sym typeface="Inter"/>
              </a:endParaRPr>
            </a:p>
          </p:txBody>
        </p:sp>
        <p:sp>
          <p:nvSpPr>
            <p:cNvPr id="467" name="Google Shape;467;p63"/>
            <p:cNvSpPr txBox="1"/>
            <p:nvPr/>
          </p:nvSpPr>
          <p:spPr>
            <a:xfrm>
              <a:off x="6086100" y="1983813"/>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RF2</a:t>
              </a:r>
              <a:endParaRPr sz="1000">
                <a:solidFill>
                  <a:schemeClr val="lt1"/>
                </a:solidFill>
                <a:latin typeface="Inter"/>
                <a:ea typeface="Inter"/>
                <a:cs typeface="Inter"/>
                <a:sym typeface="Inter"/>
              </a:endParaRPr>
            </a:p>
          </p:txBody>
        </p:sp>
        <p:sp>
          <p:nvSpPr>
            <p:cNvPr id="468" name="Google Shape;468;p63"/>
            <p:cNvSpPr txBox="1"/>
            <p:nvPr/>
          </p:nvSpPr>
          <p:spPr>
            <a:xfrm>
              <a:off x="6086100" y="222482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RF3</a:t>
              </a:r>
              <a:endParaRPr sz="1000">
                <a:solidFill>
                  <a:schemeClr val="lt1"/>
                </a:solidFill>
                <a:latin typeface="Inter"/>
                <a:ea typeface="Inter"/>
                <a:cs typeface="Inter"/>
                <a:sym typeface="Inter"/>
              </a:endParaRPr>
            </a:p>
          </p:txBody>
        </p:sp>
        <p:cxnSp>
          <p:nvCxnSpPr>
            <p:cNvPr id="469" name="Google Shape;469;p63"/>
            <p:cNvCxnSpPr/>
            <p:nvPr/>
          </p:nvCxnSpPr>
          <p:spPr>
            <a:xfrm>
              <a:off x="343800" y="1800527"/>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70" name="Google Shape;470;p63"/>
            <p:cNvCxnSpPr/>
            <p:nvPr/>
          </p:nvCxnSpPr>
          <p:spPr>
            <a:xfrm>
              <a:off x="284850" y="2007953"/>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71" name="Google Shape;471;p63"/>
            <p:cNvCxnSpPr/>
            <p:nvPr/>
          </p:nvCxnSpPr>
          <p:spPr>
            <a:xfrm>
              <a:off x="343800" y="225784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72" name="Google Shape;472;p63"/>
            <p:cNvCxnSpPr/>
            <p:nvPr/>
          </p:nvCxnSpPr>
          <p:spPr>
            <a:xfrm>
              <a:off x="284850" y="40136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73" name="Google Shape;473;p63"/>
            <p:cNvCxnSpPr/>
            <p:nvPr/>
          </p:nvCxnSpPr>
          <p:spPr>
            <a:xfrm>
              <a:off x="284850" y="1555125"/>
              <a:ext cx="8571900" cy="0"/>
            </a:xfrm>
            <a:prstGeom prst="straightConnector1">
              <a:avLst/>
            </a:prstGeom>
            <a:noFill/>
            <a:ln cap="flat" cmpd="sng" w="9525">
              <a:solidFill>
                <a:schemeClr val="lt1"/>
              </a:solidFill>
              <a:prstDash val="solid"/>
              <a:round/>
              <a:headEnd len="med" w="med" type="none"/>
              <a:tailEnd len="med" w="med" type="none"/>
            </a:ln>
          </p:spPr>
        </p:cxnSp>
        <p:sp>
          <p:nvSpPr>
            <p:cNvPr id="474" name="Google Shape;474;p63"/>
            <p:cNvSpPr txBox="1"/>
            <p:nvPr/>
          </p:nvSpPr>
          <p:spPr>
            <a:xfrm>
              <a:off x="6086100" y="1555575"/>
              <a:ext cx="27708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Codigo</a:t>
              </a:r>
              <a:endParaRPr>
                <a:solidFill>
                  <a:schemeClr val="lt1"/>
                </a:solidFill>
                <a:latin typeface="Inter"/>
                <a:ea typeface="Inter"/>
                <a:cs typeface="Inter"/>
                <a:sym typeface="Inter"/>
              </a:endParaRPr>
            </a:p>
          </p:txBody>
        </p:sp>
      </p:grpSp>
      <p:grpSp>
        <p:nvGrpSpPr>
          <p:cNvPr id="475" name="Google Shape;475;p63"/>
          <p:cNvGrpSpPr/>
          <p:nvPr/>
        </p:nvGrpSpPr>
        <p:grpSpPr>
          <a:xfrm>
            <a:off x="314325" y="2276799"/>
            <a:ext cx="8630850" cy="1382447"/>
            <a:chOff x="284850" y="1749509"/>
            <a:chExt cx="8630850" cy="891384"/>
          </a:xfrm>
        </p:grpSpPr>
        <p:sp>
          <p:nvSpPr>
            <p:cNvPr id="476" name="Google Shape;476;p63"/>
            <p:cNvSpPr txBox="1"/>
            <p:nvPr/>
          </p:nvSpPr>
          <p:spPr>
            <a:xfrm>
              <a:off x="284850" y="1749929"/>
              <a:ext cx="3494400" cy="178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Búsqueda avanzada: El sistema debe permitir filtrar resultados por fecha, categoría, etiquetas y palabras clave.</a:t>
              </a:r>
              <a:endParaRPr sz="800">
                <a:solidFill>
                  <a:schemeClr val="lt1"/>
                </a:solidFill>
                <a:latin typeface="Inter"/>
                <a:ea typeface="Inter"/>
                <a:cs typeface="Inter"/>
                <a:sym typeface="Inter"/>
              </a:endParaRPr>
            </a:p>
          </p:txBody>
        </p:sp>
        <p:sp>
          <p:nvSpPr>
            <p:cNvPr id="477" name="Google Shape;477;p63"/>
            <p:cNvSpPr txBox="1"/>
            <p:nvPr/>
          </p:nvSpPr>
          <p:spPr>
            <a:xfrm>
              <a:off x="284850" y="1951972"/>
              <a:ext cx="41292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Gestión de perfiles: El sistema debe permitir a los usuarios subir una foto de perfil y editar su información personal (biografía, teléfono, etc.).</a:t>
              </a:r>
              <a:endParaRPr sz="800">
                <a:solidFill>
                  <a:schemeClr val="lt1"/>
                </a:solidFill>
                <a:latin typeface="Inter"/>
                <a:ea typeface="Inter"/>
                <a:cs typeface="Inter"/>
                <a:sym typeface="Inter"/>
              </a:endParaRPr>
            </a:p>
          </p:txBody>
        </p:sp>
        <p:sp>
          <p:nvSpPr>
            <p:cNvPr id="478" name="Google Shape;478;p63"/>
            <p:cNvSpPr txBox="1"/>
            <p:nvPr/>
          </p:nvSpPr>
          <p:spPr>
            <a:xfrm>
              <a:off x="284850" y="2146327"/>
              <a:ext cx="55437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Sistema de roles: El sistema debe restringir el acceso a funciones administrativas basándose en el nivel de permisos del usuario (admin, editor, espectador).</a:t>
              </a:r>
              <a:endParaRPr sz="800">
                <a:solidFill>
                  <a:schemeClr val="lt1"/>
                </a:solidFill>
                <a:latin typeface="Inter"/>
                <a:ea typeface="Inter"/>
                <a:cs typeface="Inter"/>
                <a:sym typeface="Inter"/>
              </a:endParaRPr>
            </a:p>
          </p:txBody>
        </p:sp>
        <p:sp>
          <p:nvSpPr>
            <p:cNvPr id="479" name="Google Shape;479;p63"/>
            <p:cNvSpPr txBox="1"/>
            <p:nvPr/>
          </p:nvSpPr>
          <p:spPr>
            <a:xfrm>
              <a:off x="6086100" y="174950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RF4</a:t>
              </a:r>
              <a:endParaRPr sz="1000">
                <a:solidFill>
                  <a:schemeClr val="lt1"/>
                </a:solidFill>
                <a:latin typeface="Inter"/>
                <a:ea typeface="Inter"/>
                <a:cs typeface="Inter"/>
                <a:sym typeface="Inter"/>
              </a:endParaRPr>
            </a:p>
          </p:txBody>
        </p:sp>
        <p:sp>
          <p:nvSpPr>
            <p:cNvPr id="480" name="Google Shape;480;p63"/>
            <p:cNvSpPr txBox="1"/>
            <p:nvPr/>
          </p:nvSpPr>
          <p:spPr>
            <a:xfrm>
              <a:off x="6086100" y="1951977"/>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RF5</a:t>
              </a:r>
              <a:endParaRPr sz="1000">
                <a:solidFill>
                  <a:schemeClr val="lt1"/>
                </a:solidFill>
                <a:latin typeface="Inter"/>
                <a:ea typeface="Inter"/>
                <a:cs typeface="Inter"/>
                <a:sym typeface="Inter"/>
              </a:endParaRPr>
            </a:p>
          </p:txBody>
        </p:sp>
        <p:sp>
          <p:nvSpPr>
            <p:cNvPr id="481" name="Google Shape;481;p63"/>
            <p:cNvSpPr txBox="1"/>
            <p:nvPr/>
          </p:nvSpPr>
          <p:spPr>
            <a:xfrm>
              <a:off x="6086100" y="21887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RF6</a:t>
              </a:r>
              <a:endParaRPr sz="1000">
                <a:solidFill>
                  <a:schemeClr val="lt1"/>
                </a:solidFill>
                <a:latin typeface="Inter"/>
                <a:ea typeface="Inter"/>
                <a:cs typeface="Inter"/>
                <a:sym typeface="Inter"/>
              </a:endParaRPr>
            </a:p>
          </p:txBody>
        </p:sp>
        <p:cxnSp>
          <p:nvCxnSpPr>
            <p:cNvPr id="482" name="Google Shape;482;p63"/>
            <p:cNvCxnSpPr/>
            <p:nvPr/>
          </p:nvCxnSpPr>
          <p:spPr>
            <a:xfrm>
              <a:off x="343800" y="1768691"/>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83" name="Google Shape;483;p63"/>
            <p:cNvCxnSpPr/>
            <p:nvPr/>
          </p:nvCxnSpPr>
          <p:spPr>
            <a:xfrm>
              <a:off x="355750" y="1967125"/>
              <a:ext cx="8500800" cy="9000"/>
            </a:xfrm>
            <a:prstGeom prst="straightConnector1">
              <a:avLst/>
            </a:prstGeom>
            <a:noFill/>
            <a:ln cap="flat" cmpd="sng" w="9525">
              <a:solidFill>
                <a:schemeClr val="lt1"/>
              </a:solidFill>
              <a:prstDash val="solid"/>
              <a:round/>
              <a:headEnd len="med" w="med" type="none"/>
              <a:tailEnd len="med" w="med" type="none"/>
            </a:ln>
          </p:spPr>
        </p:cxnSp>
        <p:cxnSp>
          <p:nvCxnSpPr>
            <p:cNvPr id="484" name="Google Shape;484;p63"/>
            <p:cNvCxnSpPr/>
            <p:nvPr/>
          </p:nvCxnSpPr>
          <p:spPr>
            <a:xfrm>
              <a:off x="343800" y="2188783"/>
              <a:ext cx="8571900" cy="0"/>
            </a:xfrm>
            <a:prstGeom prst="straightConnector1">
              <a:avLst/>
            </a:prstGeom>
            <a:noFill/>
            <a:ln cap="flat" cmpd="sng" w="9525">
              <a:solidFill>
                <a:schemeClr val="lt1"/>
              </a:solidFill>
              <a:prstDash val="solid"/>
              <a:round/>
              <a:headEnd len="med" w="med" type="none"/>
              <a:tailEnd len="med" w="med" type="none"/>
            </a:ln>
          </p:spPr>
        </p:cxnSp>
      </p:grpSp>
      <p:grpSp>
        <p:nvGrpSpPr>
          <p:cNvPr id="485" name="Google Shape;485;p63"/>
          <p:cNvGrpSpPr/>
          <p:nvPr/>
        </p:nvGrpSpPr>
        <p:grpSpPr>
          <a:xfrm>
            <a:off x="314325" y="3229799"/>
            <a:ext cx="8630850" cy="1066349"/>
            <a:chOff x="284850" y="1749509"/>
            <a:chExt cx="8630850" cy="687568"/>
          </a:xfrm>
        </p:grpSpPr>
        <p:sp>
          <p:nvSpPr>
            <p:cNvPr id="486" name="Google Shape;486;p63"/>
            <p:cNvSpPr txBox="1"/>
            <p:nvPr/>
          </p:nvSpPr>
          <p:spPr>
            <a:xfrm>
              <a:off x="284850" y="1749928"/>
              <a:ext cx="5415000" cy="217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Historial de auditoría: El sistema debe registrar un log de todas las modificaciones realizadas sobre los datos, incluyendo fecha, hora y usuario responsable.</a:t>
              </a:r>
              <a:endParaRPr sz="800">
                <a:solidFill>
                  <a:schemeClr val="lt1"/>
                </a:solidFill>
                <a:latin typeface="Inter"/>
                <a:ea typeface="Inter"/>
                <a:cs typeface="Inter"/>
                <a:sym typeface="Inter"/>
              </a:endParaRPr>
            </a:p>
          </p:txBody>
        </p:sp>
        <p:sp>
          <p:nvSpPr>
            <p:cNvPr id="487" name="Google Shape;487;p63"/>
            <p:cNvSpPr txBox="1"/>
            <p:nvPr/>
          </p:nvSpPr>
          <p:spPr>
            <a:xfrm>
              <a:off x="284850" y="1951972"/>
              <a:ext cx="41292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Carga de archivos: El sistema debe permitir al usuario subir documentos en formato JPG, PNG y PDF con un peso máximo de 5MB.</a:t>
              </a:r>
              <a:endParaRPr sz="800">
                <a:solidFill>
                  <a:schemeClr val="lt1"/>
                </a:solidFill>
                <a:latin typeface="Inter"/>
                <a:ea typeface="Inter"/>
                <a:cs typeface="Inter"/>
                <a:sym typeface="Inter"/>
              </a:endParaRPr>
            </a:p>
          </p:txBody>
        </p:sp>
        <p:sp>
          <p:nvSpPr>
            <p:cNvPr id="488" name="Google Shape;488;p63"/>
            <p:cNvSpPr txBox="1"/>
            <p:nvPr/>
          </p:nvSpPr>
          <p:spPr>
            <a:xfrm>
              <a:off x="6086100" y="174950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RF7</a:t>
              </a:r>
              <a:endParaRPr sz="1000">
                <a:solidFill>
                  <a:schemeClr val="lt1"/>
                </a:solidFill>
                <a:latin typeface="Inter"/>
                <a:ea typeface="Inter"/>
                <a:cs typeface="Inter"/>
                <a:sym typeface="Inter"/>
              </a:endParaRPr>
            </a:p>
          </p:txBody>
        </p:sp>
        <p:sp>
          <p:nvSpPr>
            <p:cNvPr id="489" name="Google Shape;489;p63"/>
            <p:cNvSpPr txBox="1"/>
            <p:nvPr/>
          </p:nvSpPr>
          <p:spPr>
            <a:xfrm>
              <a:off x="6086100" y="1951977"/>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RF8</a:t>
              </a:r>
              <a:endParaRPr sz="1000">
                <a:solidFill>
                  <a:schemeClr val="lt1"/>
                </a:solidFill>
                <a:latin typeface="Inter"/>
                <a:ea typeface="Inter"/>
                <a:cs typeface="Inter"/>
                <a:sym typeface="Inter"/>
              </a:endParaRPr>
            </a:p>
          </p:txBody>
        </p:sp>
        <p:cxnSp>
          <p:nvCxnSpPr>
            <p:cNvPr id="490" name="Google Shape;490;p63"/>
            <p:cNvCxnSpPr/>
            <p:nvPr/>
          </p:nvCxnSpPr>
          <p:spPr>
            <a:xfrm>
              <a:off x="343800" y="1768691"/>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491" name="Google Shape;491;p63"/>
            <p:cNvCxnSpPr/>
            <p:nvPr/>
          </p:nvCxnSpPr>
          <p:spPr>
            <a:xfrm>
              <a:off x="355750" y="1967125"/>
              <a:ext cx="8500800" cy="9000"/>
            </a:xfrm>
            <a:prstGeom prst="straightConnector1">
              <a:avLst/>
            </a:prstGeom>
            <a:noFill/>
            <a:ln cap="flat" cmpd="sng" w="9525">
              <a:solidFill>
                <a:schemeClr val="lt1"/>
              </a:solidFill>
              <a:prstDash val="solid"/>
              <a:round/>
              <a:headEnd len="med" w="med" type="none"/>
              <a:tailEnd len="med" w="med" type="none"/>
            </a:ln>
          </p:spPr>
        </p:cxnSp>
        <p:cxnSp>
          <p:nvCxnSpPr>
            <p:cNvPr id="492" name="Google Shape;492;p63"/>
            <p:cNvCxnSpPr/>
            <p:nvPr/>
          </p:nvCxnSpPr>
          <p:spPr>
            <a:xfrm>
              <a:off x="343800" y="2188783"/>
              <a:ext cx="8571900" cy="0"/>
            </a:xfrm>
            <a:prstGeom prst="straightConnector1">
              <a:avLst/>
            </a:prstGeom>
            <a:noFill/>
            <a:ln cap="flat" cmpd="sng" w="9525">
              <a:solidFill>
                <a:schemeClr val="lt1"/>
              </a:solidFill>
              <a:prstDash val="solid"/>
              <a:round/>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64"/>
          <p:cNvSpPr txBox="1"/>
          <p:nvPr>
            <p:ph type="title"/>
          </p:nvPr>
        </p:nvSpPr>
        <p:spPr>
          <a:xfrm>
            <a:off x="284850" y="285900"/>
            <a:ext cx="7960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Requerimientos Funcionales</a:t>
            </a:r>
            <a:endParaRPr/>
          </a:p>
        </p:txBody>
      </p:sp>
      <p:grpSp>
        <p:nvGrpSpPr>
          <p:cNvPr id="499" name="Google Shape;499;p64"/>
          <p:cNvGrpSpPr/>
          <p:nvPr/>
        </p:nvGrpSpPr>
        <p:grpSpPr>
          <a:xfrm>
            <a:off x="314325" y="870830"/>
            <a:ext cx="8630850" cy="3812849"/>
            <a:chOff x="284850" y="1555125"/>
            <a:chExt cx="8630850" cy="2458475"/>
          </a:xfrm>
        </p:grpSpPr>
        <p:sp>
          <p:nvSpPr>
            <p:cNvPr id="500" name="Google Shape;500;p64"/>
            <p:cNvSpPr txBox="1"/>
            <p:nvPr/>
          </p:nvSpPr>
          <p:spPr>
            <a:xfrm>
              <a:off x="284850" y="1781764"/>
              <a:ext cx="5472000" cy="178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Validación de datos: El sistema debe verificar que el formato de los correos electrónicos ingresados sea válido antes de procesar el registro.</a:t>
              </a:r>
              <a:endParaRPr sz="800">
                <a:solidFill>
                  <a:schemeClr val="lt1"/>
                </a:solidFill>
                <a:latin typeface="Inter"/>
                <a:ea typeface="Inter"/>
                <a:cs typeface="Inter"/>
                <a:sym typeface="Inter"/>
              </a:endParaRPr>
            </a:p>
          </p:txBody>
        </p:sp>
        <p:sp>
          <p:nvSpPr>
            <p:cNvPr id="501" name="Google Shape;501;p64"/>
            <p:cNvSpPr txBox="1"/>
            <p:nvPr/>
          </p:nvSpPr>
          <p:spPr>
            <a:xfrm>
              <a:off x="284850" y="1555574"/>
              <a:ext cx="3494400" cy="1782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Requerimiento</a:t>
              </a:r>
              <a:endParaRPr>
                <a:solidFill>
                  <a:schemeClr val="lt1"/>
                </a:solidFill>
                <a:latin typeface="Inter"/>
                <a:ea typeface="Inter"/>
                <a:cs typeface="Inter"/>
                <a:sym typeface="Inter"/>
              </a:endParaRPr>
            </a:p>
          </p:txBody>
        </p:sp>
        <p:sp>
          <p:nvSpPr>
            <p:cNvPr id="502" name="Google Shape;502;p64"/>
            <p:cNvSpPr txBox="1"/>
            <p:nvPr/>
          </p:nvSpPr>
          <p:spPr>
            <a:xfrm>
              <a:off x="284850" y="1983809"/>
              <a:ext cx="52863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Sincronización en la nube: El sistema debe sincronizar los datos locales con el servidor central cada vez que se detecte una conexión a internet estable.</a:t>
              </a:r>
              <a:endParaRPr sz="800">
                <a:solidFill>
                  <a:schemeClr val="lt1"/>
                </a:solidFill>
                <a:latin typeface="Inter"/>
                <a:ea typeface="Inter"/>
                <a:cs typeface="Inter"/>
                <a:sym typeface="Inter"/>
              </a:endParaRPr>
            </a:p>
          </p:txBody>
        </p:sp>
        <p:sp>
          <p:nvSpPr>
            <p:cNvPr id="503" name="Google Shape;503;p64"/>
            <p:cNvSpPr txBox="1"/>
            <p:nvPr/>
          </p:nvSpPr>
          <p:spPr>
            <a:xfrm>
              <a:off x="284850" y="2215384"/>
              <a:ext cx="52863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Carrito de compras / Selección: El sistema debe permitir agregar ítems a una lista temporal y calcular el costo total (impuestos incluidos) antes de confirmar.</a:t>
              </a:r>
              <a:endParaRPr sz="800">
                <a:solidFill>
                  <a:schemeClr val="lt1"/>
                </a:solidFill>
                <a:latin typeface="Inter"/>
                <a:ea typeface="Inter"/>
                <a:cs typeface="Inter"/>
                <a:sym typeface="Inter"/>
              </a:endParaRPr>
            </a:p>
          </p:txBody>
        </p:sp>
        <p:sp>
          <p:nvSpPr>
            <p:cNvPr id="504" name="Google Shape;504;p64"/>
            <p:cNvSpPr txBox="1"/>
            <p:nvPr/>
          </p:nvSpPr>
          <p:spPr>
            <a:xfrm>
              <a:off x="6086100" y="1748043"/>
              <a:ext cx="27708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9</a:t>
              </a:r>
              <a:endParaRPr sz="1000">
                <a:solidFill>
                  <a:schemeClr val="lt1"/>
                </a:solidFill>
                <a:latin typeface="Inter"/>
                <a:ea typeface="Inter"/>
                <a:cs typeface="Inter"/>
                <a:sym typeface="Inter"/>
              </a:endParaRPr>
            </a:p>
          </p:txBody>
        </p:sp>
        <p:sp>
          <p:nvSpPr>
            <p:cNvPr id="505" name="Google Shape;505;p64"/>
            <p:cNvSpPr txBox="1"/>
            <p:nvPr/>
          </p:nvSpPr>
          <p:spPr>
            <a:xfrm>
              <a:off x="6086100" y="1983813"/>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10</a:t>
              </a:r>
              <a:endParaRPr sz="1000">
                <a:solidFill>
                  <a:schemeClr val="lt1"/>
                </a:solidFill>
                <a:latin typeface="Inter"/>
                <a:ea typeface="Inter"/>
                <a:cs typeface="Inter"/>
                <a:sym typeface="Inter"/>
              </a:endParaRPr>
            </a:p>
          </p:txBody>
        </p:sp>
        <p:sp>
          <p:nvSpPr>
            <p:cNvPr id="506" name="Google Shape;506;p64"/>
            <p:cNvSpPr txBox="1"/>
            <p:nvPr/>
          </p:nvSpPr>
          <p:spPr>
            <a:xfrm>
              <a:off x="6086100" y="222482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11</a:t>
              </a:r>
              <a:endParaRPr sz="1000">
                <a:solidFill>
                  <a:schemeClr val="lt1"/>
                </a:solidFill>
                <a:latin typeface="Inter"/>
                <a:ea typeface="Inter"/>
                <a:cs typeface="Inter"/>
                <a:sym typeface="Inter"/>
              </a:endParaRPr>
            </a:p>
          </p:txBody>
        </p:sp>
        <p:cxnSp>
          <p:nvCxnSpPr>
            <p:cNvPr id="507" name="Google Shape;507;p64"/>
            <p:cNvCxnSpPr/>
            <p:nvPr/>
          </p:nvCxnSpPr>
          <p:spPr>
            <a:xfrm>
              <a:off x="343800" y="1800527"/>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08" name="Google Shape;508;p64"/>
            <p:cNvCxnSpPr/>
            <p:nvPr/>
          </p:nvCxnSpPr>
          <p:spPr>
            <a:xfrm>
              <a:off x="284850" y="2007953"/>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09" name="Google Shape;509;p64"/>
            <p:cNvCxnSpPr/>
            <p:nvPr/>
          </p:nvCxnSpPr>
          <p:spPr>
            <a:xfrm>
              <a:off x="343800" y="225784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10" name="Google Shape;510;p64"/>
            <p:cNvCxnSpPr/>
            <p:nvPr/>
          </p:nvCxnSpPr>
          <p:spPr>
            <a:xfrm>
              <a:off x="284850" y="40136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11" name="Google Shape;511;p64"/>
            <p:cNvCxnSpPr/>
            <p:nvPr/>
          </p:nvCxnSpPr>
          <p:spPr>
            <a:xfrm>
              <a:off x="284850" y="1555125"/>
              <a:ext cx="8571900" cy="0"/>
            </a:xfrm>
            <a:prstGeom prst="straightConnector1">
              <a:avLst/>
            </a:prstGeom>
            <a:noFill/>
            <a:ln cap="flat" cmpd="sng" w="9525">
              <a:solidFill>
                <a:schemeClr val="lt1"/>
              </a:solidFill>
              <a:prstDash val="solid"/>
              <a:round/>
              <a:headEnd len="med" w="med" type="none"/>
              <a:tailEnd len="med" w="med" type="none"/>
            </a:ln>
          </p:spPr>
        </p:cxnSp>
        <p:sp>
          <p:nvSpPr>
            <p:cNvPr id="512" name="Google Shape;512;p64"/>
            <p:cNvSpPr txBox="1"/>
            <p:nvPr/>
          </p:nvSpPr>
          <p:spPr>
            <a:xfrm>
              <a:off x="6086100" y="1555574"/>
              <a:ext cx="2770800" cy="1782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Codigo</a:t>
              </a:r>
              <a:endParaRPr>
                <a:solidFill>
                  <a:schemeClr val="lt1"/>
                </a:solidFill>
                <a:latin typeface="Inter"/>
                <a:ea typeface="Inter"/>
                <a:cs typeface="Inter"/>
                <a:sym typeface="Inter"/>
              </a:endParaRPr>
            </a:p>
          </p:txBody>
        </p:sp>
      </p:grpSp>
      <p:grpSp>
        <p:nvGrpSpPr>
          <p:cNvPr id="513" name="Google Shape;513;p64"/>
          <p:cNvGrpSpPr/>
          <p:nvPr/>
        </p:nvGrpSpPr>
        <p:grpSpPr>
          <a:xfrm>
            <a:off x="314325" y="2276799"/>
            <a:ext cx="8630850" cy="1382447"/>
            <a:chOff x="284850" y="1749509"/>
            <a:chExt cx="8630850" cy="891384"/>
          </a:xfrm>
        </p:grpSpPr>
        <p:sp>
          <p:nvSpPr>
            <p:cNvPr id="514" name="Google Shape;514;p64"/>
            <p:cNvSpPr txBox="1"/>
            <p:nvPr/>
          </p:nvSpPr>
          <p:spPr>
            <a:xfrm>
              <a:off x="284850" y="1749928"/>
              <a:ext cx="5543700" cy="1899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Recuperación de cuenta: El sistema debe generar un enlace temporal de un solo uso para que el usuario pueda restablecer su contraseña de forma segura.</a:t>
              </a:r>
              <a:endParaRPr sz="800">
                <a:solidFill>
                  <a:schemeClr val="lt1"/>
                </a:solidFill>
                <a:latin typeface="Inter"/>
                <a:ea typeface="Inter"/>
                <a:cs typeface="Inter"/>
                <a:sym typeface="Inter"/>
              </a:endParaRPr>
            </a:p>
          </p:txBody>
        </p:sp>
        <p:sp>
          <p:nvSpPr>
            <p:cNvPr id="515" name="Google Shape;515;p64"/>
            <p:cNvSpPr txBox="1"/>
            <p:nvPr/>
          </p:nvSpPr>
          <p:spPr>
            <a:xfrm>
              <a:off x="284850" y="1951972"/>
              <a:ext cx="57717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Generación de Factura Electrónica: El sistema debe generar automáticamente un comprobante de pago legal en formato XML y PDF tras confirmarse una compra exitosa.</a:t>
              </a:r>
              <a:endParaRPr sz="800">
                <a:solidFill>
                  <a:schemeClr val="lt1"/>
                </a:solidFill>
                <a:latin typeface="Inter"/>
                <a:ea typeface="Inter"/>
                <a:cs typeface="Inter"/>
                <a:sym typeface="Inter"/>
              </a:endParaRPr>
            </a:p>
          </p:txBody>
        </p:sp>
        <p:sp>
          <p:nvSpPr>
            <p:cNvPr id="516" name="Google Shape;516;p64"/>
            <p:cNvSpPr txBox="1"/>
            <p:nvPr/>
          </p:nvSpPr>
          <p:spPr>
            <a:xfrm>
              <a:off x="284850" y="2146327"/>
              <a:ext cx="55437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Sistema de Chat en Vivo: El sistema debe permitir la comunicación en tiempo real entre el usuario y el equipo de soporte técnico mediante una ventana de mensajería interna.</a:t>
              </a:r>
              <a:endParaRPr sz="800">
                <a:solidFill>
                  <a:schemeClr val="lt1"/>
                </a:solidFill>
                <a:latin typeface="Inter"/>
                <a:ea typeface="Inter"/>
                <a:cs typeface="Inter"/>
                <a:sym typeface="Inter"/>
              </a:endParaRPr>
            </a:p>
          </p:txBody>
        </p:sp>
        <p:sp>
          <p:nvSpPr>
            <p:cNvPr id="517" name="Google Shape;517;p64"/>
            <p:cNvSpPr txBox="1"/>
            <p:nvPr/>
          </p:nvSpPr>
          <p:spPr>
            <a:xfrm>
              <a:off x="6086100" y="174950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12</a:t>
              </a:r>
              <a:endParaRPr sz="1000">
                <a:solidFill>
                  <a:schemeClr val="lt1"/>
                </a:solidFill>
                <a:latin typeface="Inter"/>
                <a:ea typeface="Inter"/>
                <a:cs typeface="Inter"/>
                <a:sym typeface="Inter"/>
              </a:endParaRPr>
            </a:p>
          </p:txBody>
        </p:sp>
        <p:sp>
          <p:nvSpPr>
            <p:cNvPr id="518" name="Google Shape;518;p64"/>
            <p:cNvSpPr txBox="1"/>
            <p:nvPr/>
          </p:nvSpPr>
          <p:spPr>
            <a:xfrm>
              <a:off x="6086100" y="1951977"/>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13</a:t>
              </a:r>
              <a:endParaRPr sz="1000">
                <a:solidFill>
                  <a:schemeClr val="lt1"/>
                </a:solidFill>
                <a:latin typeface="Inter"/>
                <a:ea typeface="Inter"/>
                <a:cs typeface="Inter"/>
                <a:sym typeface="Inter"/>
              </a:endParaRPr>
            </a:p>
          </p:txBody>
        </p:sp>
        <p:sp>
          <p:nvSpPr>
            <p:cNvPr id="519" name="Google Shape;519;p64"/>
            <p:cNvSpPr txBox="1"/>
            <p:nvPr/>
          </p:nvSpPr>
          <p:spPr>
            <a:xfrm>
              <a:off x="6086100" y="21887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14</a:t>
              </a:r>
              <a:endParaRPr sz="1000">
                <a:solidFill>
                  <a:schemeClr val="lt1"/>
                </a:solidFill>
                <a:latin typeface="Inter"/>
                <a:ea typeface="Inter"/>
                <a:cs typeface="Inter"/>
                <a:sym typeface="Inter"/>
              </a:endParaRPr>
            </a:p>
          </p:txBody>
        </p:sp>
        <p:cxnSp>
          <p:nvCxnSpPr>
            <p:cNvPr id="520" name="Google Shape;520;p64"/>
            <p:cNvCxnSpPr/>
            <p:nvPr/>
          </p:nvCxnSpPr>
          <p:spPr>
            <a:xfrm>
              <a:off x="343800" y="1768691"/>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21" name="Google Shape;521;p64"/>
            <p:cNvCxnSpPr/>
            <p:nvPr/>
          </p:nvCxnSpPr>
          <p:spPr>
            <a:xfrm>
              <a:off x="355750" y="1967125"/>
              <a:ext cx="8500800" cy="9000"/>
            </a:xfrm>
            <a:prstGeom prst="straightConnector1">
              <a:avLst/>
            </a:prstGeom>
            <a:noFill/>
            <a:ln cap="flat" cmpd="sng" w="9525">
              <a:solidFill>
                <a:schemeClr val="lt1"/>
              </a:solidFill>
              <a:prstDash val="solid"/>
              <a:round/>
              <a:headEnd len="med" w="med" type="none"/>
              <a:tailEnd len="med" w="med" type="none"/>
            </a:ln>
          </p:spPr>
        </p:cxnSp>
        <p:cxnSp>
          <p:nvCxnSpPr>
            <p:cNvPr id="522" name="Google Shape;522;p64"/>
            <p:cNvCxnSpPr/>
            <p:nvPr/>
          </p:nvCxnSpPr>
          <p:spPr>
            <a:xfrm>
              <a:off x="343800" y="2188783"/>
              <a:ext cx="8571900" cy="0"/>
            </a:xfrm>
            <a:prstGeom prst="straightConnector1">
              <a:avLst/>
            </a:prstGeom>
            <a:noFill/>
            <a:ln cap="flat" cmpd="sng" w="9525">
              <a:solidFill>
                <a:schemeClr val="lt1"/>
              </a:solidFill>
              <a:prstDash val="solid"/>
              <a:round/>
              <a:headEnd len="med" w="med" type="none"/>
              <a:tailEnd len="med" w="med" type="none"/>
            </a:ln>
          </p:spPr>
        </p:cxnSp>
      </p:grpSp>
      <p:grpSp>
        <p:nvGrpSpPr>
          <p:cNvPr id="523" name="Google Shape;523;p64"/>
          <p:cNvGrpSpPr/>
          <p:nvPr/>
        </p:nvGrpSpPr>
        <p:grpSpPr>
          <a:xfrm>
            <a:off x="314325" y="3229799"/>
            <a:ext cx="8630850" cy="752342"/>
            <a:chOff x="284850" y="1749509"/>
            <a:chExt cx="8630850" cy="485100"/>
          </a:xfrm>
        </p:grpSpPr>
        <p:sp>
          <p:nvSpPr>
            <p:cNvPr id="524" name="Google Shape;524;p64"/>
            <p:cNvSpPr txBox="1"/>
            <p:nvPr/>
          </p:nvSpPr>
          <p:spPr>
            <a:xfrm>
              <a:off x="284850" y="1749928"/>
              <a:ext cx="5415000" cy="2172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Comentarios y feedback: El sistema debe permitir que los usuarios dejen reseñas de hasta 500 caracteres en los productos o servicios publicados.</a:t>
              </a:r>
              <a:endParaRPr sz="800">
                <a:solidFill>
                  <a:schemeClr val="lt1"/>
                </a:solidFill>
                <a:latin typeface="Inter"/>
                <a:ea typeface="Inter"/>
                <a:cs typeface="Inter"/>
                <a:sym typeface="Inter"/>
              </a:endParaRPr>
            </a:p>
          </p:txBody>
        </p:sp>
        <p:sp>
          <p:nvSpPr>
            <p:cNvPr id="525" name="Google Shape;525;p64"/>
            <p:cNvSpPr txBox="1"/>
            <p:nvPr/>
          </p:nvSpPr>
          <p:spPr>
            <a:xfrm>
              <a:off x="6086100" y="1749509"/>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RF 15</a:t>
              </a:r>
              <a:endParaRPr sz="1000">
                <a:solidFill>
                  <a:schemeClr val="lt1"/>
                </a:solidFill>
                <a:latin typeface="Inter"/>
                <a:ea typeface="Inter"/>
                <a:cs typeface="Inter"/>
                <a:sym typeface="Inter"/>
              </a:endParaRPr>
            </a:p>
          </p:txBody>
        </p:sp>
        <p:cxnSp>
          <p:nvCxnSpPr>
            <p:cNvPr id="526" name="Google Shape;526;p64"/>
            <p:cNvCxnSpPr/>
            <p:nvPr/>
          </p:nvCxnSpPr>
          <p:spPr>
            <a:xfrm>
              <a:off x="343800" y="1768691"/>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27" name="Google Shape;527;p64"/>
            <p:cNvCxnSpPr/>
            <p:nvPr/>
          </p:nvCxnSpPr>
          <p:spPr>
            <a:xfrm>
              <a:off x="355750" y="1967125"/>
              <a:ext cx="8500800" cy="9000"/>
            </a:xfrm>
            <a:prstGeom prst="straightConnector1">
              <a:avLst/>
            </a:prstGeom>
            <a:noFill/>
            <a:ln cap="flat" cmpd="sng" w="9525">
              <a:solidFill>
                <a:schemeClr val="lt1"/>
              </a:solidFill>
              <a:prstDash val="solid"/>
              <a:round/>
              <a:headEnd len="med" w="med" type="none"/>
              <a:tailEnd len="med" w="med"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33" name="Google Shape;533;p65"/>
          <p:cNvSpPr txBox="1"/>
          <p:nvPr>
            <p:ph type="title"/>
          </p:nvPr>
        </p:nvSpPr>
        <p:spPr>
          <a:xfrm>
            <a:off x="284850" y="285900"/>
            <a:ext cx="79602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Requerimientos No Funcionales</a:t>
            </a:r>
            <a:endParaRPr/>
          </a:p>
        </p:txBody>
      </p:sp>
      <p:grpSp>
        <p:nvGrpSpPr>
          <p:cNvPr id="534" name="Google Shape;534;p65"/>
          <p:cNvGrpSpPr/>
          <p:nvPr/>
        </p:nvGrpSpPr>
        <p:grpSpPr>
          <a:xfrm>
            <a:off x="285975" y="955050"/>
            <a:ext cx="8572050" cy="2458475"/>
            <a:chOff x="284850" y="1555125"/>
            <a:chExt cx="8572050" cy="2458475"/>
          </a:xfrm>
        </p:grpSpPr>
        <p:sp>
          <p:nvSpPr>
            <p:cNvPr id="535" name="Google Shape;535;p65"/>
            <p:cNvSpPr txBox="1"/>
            <p:nvPr/>
          </p:nvSpPr>
          <p:spPr>
            <a:xfrm>
              <a:off x="284850" y="2002750"/>
              <a:ext cx="3494400" cy="5184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El sistema debe cifrar las contraseñas y validar perfiles de acceso (Admin vs. Alumno).</a:t>
              </a:r>
              <a:endParaRPr sz="800">
                <a:solidFill>
                  <a:schemeClr val="lt1"/>
                </a:solidFill>
                <a:latin typeface="Inter"/>
                <a:ea typeface="Inter"/>
                <a:cs typeface="Inter"/>
                <a:sym typeface="Inter"/>
              </a:endParaRPr>
            </a:p>
          </p:txBody>
        </p:sp>
        <p:sp>
          <p:nvSpPr>
            <p:cNvPr id="536" name="Google Shape;536;p65"/>
            <p:cNvSpPr txBox="1"/>
            <p:nvPr/>
          </p:nvSpPr>
          <p:spPr>
            <a:xfrm>
              <a:off x="284850" y="1555575"/>
              <a:ext cx="34944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Requerimiento</a:t>
              </a:r>
              <a:endParaRPr>
                <a:solidFill>
                  <a:schemeClr val="lt1"/>
                </a:solidFill>
                <a:latin typeface="Inter"/>
                <a:ea typeface="Inter"/>
                <a:cs typeface="Inter"/>
                <a:sym typeface="Inter"/>
              </a:endParaRPr>
            </a:p>
          </p:txBody>
        </p:sp>
        <p:sp>
          <p:nvSpPr>
            <p:cNvPr id="537" name="Google Shape;537;p65"/>
            <p:cNvSpPr txBox="1"/>
            <p:nvPr/>
          </p:nvSpPr>
          <p:spPr>
            <a:xfrm>
              <a:off x="284850" y="2673326"/>
              <a:ext cx="34944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Interfaz intuitiva que permita realizar una reserva en menos de 3 clics.</a:t>
              </a:r>
              <a:endParaRPr sz="800">
                <a:solidFill>
                  <a:schemeClr val="lt1"/>
                </a:solidFill>
                <a:latin typeface="Inter"/>
                <a:ea typeface="Inter"/>
                <a:cs typeface="Inter"/>
                <a:sym typeface="Inter"/>
              </a:endParaRPr>
            </a:p>
          </p:txBody>
        </p:sp>
        <p:sp>
          <p:nvSpPr>
            <p:cNvPr id="538" name="Google Shape;538;p65"/>
            <p:cNvSpPr txBox="1"/>
            <p:nvPr/>
          </p:nvSpPr>
          <p:spPr>
            <a:xfrm>
              <a:off x="284850" y="3343475"/>
              <a:ext cx="3494400" cy="452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El catálogo debe estar operativo el 99.9% del tiempo para consultas remotas.</a:t>
              </a:r>
              <a:endParaRPr sz="800">
                <a:solidFill>
                  <a:schemeClr val="lt1"/>
                </a:solidFill>
                <a:latin typeface="Inter"/>
                <a:ea typeface="Inter"/>
                <a:cs typeface="Inter"/>
                <a:sym typeface="Inter"/>
              </a:endParaRPr>
            </a:p>
          </p:txBody>
        </p:sp>
        <p:sp>
          <p:nvSpPr>
            <p:cNvPr id="539" name="Google Shape;539;p65"/>
            <p:cNvSpPr txBox="1"/>
            <p:nvPr/>
          </p:nvSpPr>
          <p:spPr>
            <a:xfrm>
              <a:off x="6086100" y="2002750"/>
              <a:ext cx="2770800" cy="5184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IRNF1   (</a:t>
              </a:r>
              <a:r>
                <a:rPr lang="en" sz="1000">
                  <a:solidFill>
                    <a:schemeClr val="lt1"/>
                  </a:solidFill>
                  <a:latin typeface="Inter"/>
                  <a:ea typeface="Inter"/>
                  <a:cs typeface="Inter"/>
                  <a:sym typeface="Inter"/>
                </a:rPr>
                <a:t>SO 25010)</a:t>
              </a:r>
              <a:endParaRPr sz="1000">
                <a:solidFill>
                  <a:schemeClr val="lt1"/>
                </a:solidFill>
                <a:latin typeface="Inter"/>
                <a:ea typeface="Inter"/>
                <a:cs typeface="Inter"/>
                <a:sym typeface="Inter"/>
              </a:endParaRPr>
            </a:p>
          </p:txBody>
        </p:sp>
        <p:sp>
          <p:nvSpPr>
            <p:cNvPr id="540" name="Google Shape;540;p65"/>
            <p:cNvSpPr txBox="1"/>
            <p:nvPr/>
          </p:nvSpPr>
          <p:spPr>
            <a:xfrm>
              <a:off x="6086100" y="2673251"/>
              <a:ext cx="2770800" cy="485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RNF2</a:t>
              </a:r>
              <a:endParaRPr sz="1000">
                <a:solidFill>
                  <a:schemeClr val="lt1"/>
                </a:solidFill>
                <a:latin typeface="Inter"/>
                <a:ea typeface="Inter"/>
                <a:cs typeface="Inter"/>
                <a:sym typeface="Inter"/>
              </a:endParaRPr>
            </a:p>
          </p:txBody>
        </p:sp>
        <p:sp>
          <p:nvSpPr>
            <p:cNvPr id="541" name="Google Shape;541;p65"/>
            <p:cNvSpPr txBox="1"/>
            <p:nvPr/>
          </p:nvSpPr>
          <p:spPr>
            <a:xfrm>
              <a:off x="6086100" y="33433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RNF3</a:t>
              </a:r>
              <a:endParaRPr sz="1000">
                <a:solidFill>
                  <a:schemeClr val="lt1"/>
                </a:solidFill>
                <a:latin typeface="Inter"/>
                <a:ea typeface="Inter"/>
                <a:cs typeface="Inter"/>
                <a:sym typeface="Inter"/>
              </a:endParaRPr>
            </a:p>
          </p:txBody>
        </p:sp>
        <p:cxnSp>
          <p:nvCxnSpPr>
            <p:cNvPr id="542" name="Google Shape;542;p65"/>
            <p:cNvCxnSpPr/>
            <p:nvPr/>
          </p:nvCxnSpPr>
          <p:spPr>
            <a:xfrm>
              <a:off x="284850" y="20032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43" name="Google Shape;543;p65"/>
            <p:cNvCxnSpPr/>
            <p:nvPr/>
          </p:nvCxnSpPr>
          <p:spPr>
            <a:xfrm>
              <a:off x="284850" y="2673333"/>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44" name="Google Shape;544;p65"/>
            <p:cNvCxnSpPr/>
            <p:nvPr/>
          </p:nvCxnSpPr>
          <p:spPr>
            <a:xfrm>
              <a:off x="284850" y="3343467"/>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45" name="Google Shape;545;p65"/>
            <p:cNvCxnSpPr/>
            <p:nvPr/>
          </p:nvCxnSpPr>
          <p:spPr>
            <a:xfrm>
              <a:off x="284850" y="4013600"/>
              <a:ext cx="8571900" cy="0"/>
            </a:xfrm>
            <a:prstGeom prst="straightConnector1">
              <a:avLst/>
            </a:prstGeom>
            <a:noFill/>
            <a:ln cap="flat" cmpd="sng" w="9525">
              <a:solidFill>
                <a:schemeClr val="lt1"/>
              </a:solidFill>
              <a:prstDash val="solid"/>
              <a:round/>
              <a:headEnd len="med" w="med" type="none"/>
              <a:tailEnd len="med" w="med" type="none"/>
            </a:ln>
          </p:spPr>
        </p:cxnSp>
        <p:cxnSp>
          <p:nvCxnSpPr>
            <p:cNvPr id="546" name="Google Shape;546;p65"/>
            <p:cNvCxnSpPr/>
            <p:nvPr/>
          </p:nvCxnSpPr>
          <p:spPr>
            <a:xfrm>
              <a:off x="284850" y="1555125"/>
              <a:ext cx="8571900" cy="0"/>
            </a:xfrm>
            <a:prstGeom prst="straightConnector1">
              <a:avLst/>
            </a:prstGeom>
            <a:noFill/>
            <a:ln cap="flat" cmpd="sng" w="9525">
              <a:solidFill>
                <a:schemeClr val="lt1"/>
              </a:solidFill>
              <a:prstDash val="solid"/>
              <a:round/>
              <a:headEnd len="med" w="med" type="none"/>
              <a:tailEnd len="med" w="med" type="none"/>
            </a:ln>
          </p:spPr>
        </p:cxnSp>
        <p:sp>
          <p:nvSpPr>
            <p:cNvPr id="547" name="Google Shape;547;p65"/>
            <p:cNvSpPr txBox="1"/>
            <p:nvPr/>
          </p:nvSpPr>
          <p:spPr>
            <a:xfrm>
              <a:off x="6086100" y="1555575"/>
              <a:ext cx="2770800" cy="3357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a:solidFill>
                    <a:schemeClr val="lt1"/>
                  </a:solidFill>
                  <a:latin typeface="Inter"/>
                  <a:ea typeface="Inter"/>
                  <a:cs typeface="Inter"/>
                  <a:sym typeface="Inter"/>
                </a:rPr>
                <a:t>Codigo</a:t>
              </a:r>
              <a:endParaRPr>
                <a:solidFill>
                  <a:schemeClr val="lt1"/>
                </a:solidFill>
                <a:latin typeface="Inter"/>
                <a:ea typeface="Inter"/>
                <a:cs typeface="Inter"/>
                <a:sym typeface="Inter"/>
              </a:endParaRPr>
            </a:p>
          </p:txBody>
        </p:sp>
      </p:grpSp>
      <p:sp>
        <p:nvSpPr>
          <p:cNvPr id="548" name="Google Shape;548;p65"/>
          <p:cNvSpPr txBox="1"/>
          <p:nvPr/>
        </p:nvSpPr>
        <p:spPr>
          <a:xfrm>
            <a:off x="285975" y="3474426"/>
            <a:ext cx="34944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I</a:t>
            </a:r>
            <a:r>
              <a:rPr lang="en" sz="800">
                <a:solidFill>
                  <a:schemeClr val="lt1"/>
                </a:solidFill>
                <a:latin typeface="Inter"/>
                <a:ea typeface="Inter"/>
                <a:cs typeface="Inter"/>
                <a:sym typeface="Inter"/>
              </a:rPr>
              <a:t>Consistencia de interfaz: Todos los elementos visuales (botones, colores, tipografía) deben seguir una guía de estilo uniforme en todas las pantallas.</a:t>
            </a:r>
            <a:endParaRPr sz="800">
              <a:solidFill>
                <a:schemeClr val="lt1"/>
              </a:solidFill>
              <a:latin typeface="Inter"/>
              <a:ea typeface="Inter"/>
              <a:cs typeface="Inter"/>
              <a:sym typeface="Inter"/>
            </a:endParaRPr>
          </a:p>
        </p:txBody>
      </p:sp>
      <p:sp>
        <p:nvSpPr>
          <p:cNvPr id="549" name="Google Shape;549;p65"/>
          <p:cNvSpPr txBox="1"/>
          <p:nvPr/>
        </p:nvSpPr>
        <p:spPr>
          <a:xfrm>
            <a:off x="285975" y="4112601"/>
            <a:ext cx="3494400" cy="485100"/>
          </a:xfrm>
          <a:prstGeom prst="rect">
            <a:avLst/>
          </a:prstGeom>
          <a:noFill/>
          <a:ln>
            <a:noFill/>
          </a:ln>
        </p:spPr>
        <p:txBody>
          <a:bodyPr anchorCtr="0" anchor="t" bIns="0" lIns="0" spcFirstLastPara="1" rIns="182875" wrap="square" tIns="91425">
            <a:noAutofit/>
          </a:bodyPr>
          <a:lstStyle/>
          <a:p>
            <a:pPr indent="0" lvl="0" marL="0" rtl="0" algn="l">
              <a:spcBef>
                <a:spcPts val="0"/>
              </a:spcBef>
              <a:spcAft>
                <a:spcPts val="0"/>
              </a:spcAft>
              <a:buClr>
                <a:schemeClr val="lt1"/>
              </a:buClr>
              <a:buSzPts val="1100"/>
              <a:buNone/>
            </a:pPr>
            <a:r>
              <a:rPr lang="en" sz="800">
                <a:solidFill>
                  <a:schemeClr val="lt1"/>
                </a:solidFill>
                <a:latin typeface="Inter"/>
                <a:ea typeface="Inter"/>
                <a:cs typeface="Inter"/>
                <a:sym typeface="Inter"/>
              </a:rPr>
              <a:t>Prevención y recuperación de errores: El sistema debe mostrar mensajes de error claros y ofrecer una vía sencilla para corregirlos (ej. botón "Deshacer").</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a:p>
            <a:pPr indent="0" lvl="0" marL="0" rtl="0" algn="l">
              <a:spcBef>
                <a:spcPts val="0"/>
              </a:spcBef>
              <a:spcAft>
                <a:spcPts val="0"/>
              </a:spcAft>
              <a:buClr>
                <a:schemeClr val="lt1"/>
              </a:buClr>
              <a:buSzPts val="1100"/>
              <a:buNone/>
            </a:pPr>
            <a:r>
              <a:t/>
            </a:r>
            <a:endParaRPr sz="800">
              <a:solidFill>
                <a:schemeClr val="lt1"/>
              </a:solidFill>
              <a:latin typeface="Inter"/>
              <a:ea typeface="Inter"/>
              <a:cs typeface="Inter"/>
              <a:sym typeface="Inter"/>
            </a:endParaRPr>
          </a:p>
        </p:txBody>
      </p:sp>
      <p:cxnSp>
        <p:nvCxnSpPr>
          <p:cNvPr id="550" name="Google Shape;550;p65"/>
          <p:cNvCxnSpPr/>
          <p:nvPr/>
        </p:nvCxnSpPr>
        <p:spPr>
          <a:xfrm>
            <a:off x="286050" y="4040183"/>
            <a:ext cx="8571900" cy="0"/>
          </a:xfrm>
          <a:prstGeom prst="straightConnector1">
            <a:avLst/>
          </a:prstGeom>
          <a:noFill/>
          <a:ln cap="flat" cmpd="sng" w="9525">
            <a:solidFill>
              <a:schemeClr val="lt1"/>
            </a:solidFill>
            <a:prstDash val="solid"/>
            <a:round/>
            <a:headEnd len="med" w="med" type="none"/>
            <a:tailEnd len="med" w="med" type="none"/>
          </a:ln>
        </p:spPr>
      </p:cxnSp>
      <p:sp>
        <p:nvSpPr>
          <p:cNvPr id="551" name="Google Shape;551;p65"/>
          <p:cNvSpPr txBox="1"/>
          <p:nvPr/>
        </p:nvSpPr>
        <p:spPr>
          <a:xfrm>
            <a:off x="6086100" y="35007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RNF4</a:t>
            </a:r>
            <a:endParaRPr sz="1000">
              <a:solidFill>
                <a:schemeClr val="lt1"/>
              </a:solidFill>
              <a:latin typeface="Inter"/>
              <a:ea typeface="Inter"/>
              <a:cs typeface="Inter"/>
              <a:sym typeface="Inter"/>
            </a:endParaRPr>
          </a:p>
        </p:txBody>
      </p:sp>
      <p:sp>
        <p:nvSpPr>
          <p:cNvPr id="552" name="Google Shape;552;p65"/>
          <p:cNvSpPr txBox="1"/>
          <p:nvPr/>
        </p:nvSpPr>
        <p:spPr>
          <a:xfrm>
            <a:off x="6086100" y="4185093"/>
            <a:ext cx="2770800" cy="4521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 sz="1000">
                <a:solidFill>
                  <a:schemeClr val="lt1"/>
                </a:solidFill>
                <a:latin typeface="Inter"/>
                <a:ea typeface="Inter"/>
                <a:cs typeface="Inter"/>
                <a:sym typeface="Inter"/>
              </a:rPr>
              <a:t>RNF5</a:t>
            </a:r>
            <a:endParaRPr sz="1000">
              <a:solidFill>
                <a:schemeClr val="lt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66"/>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t>
            </a:r>
            <a:r>
              <a:rPr lang="en"/>
              <a:t>ame</a:t>
            </a:r>
            <a:endParaRPr/>
          </a:p>
        </p:txBody>
      </p:sp>
      <p:sp>
        <p:nvSpPr>
          <p:cNvPr id="559" name="Google Shape;559;p66"/>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560" name="Google Shape;560;p66"/>
          <p:cNvSpPr txBox="1"/>
          <p:nvPr/>
        </p:nvSpPr>
        <p:spPr>
          <a:xfrm>
            <a:off x="284850" y="286800"/>
            <a:ext cx="4227300" cy="115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Contexto General</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Del Sistema</a:t>
            </a:r>
            <a:endParaRPr sz="3600">
              <a:solidFill>
                <a:schemeClr val="dk1"/>
              </a:solidFill>
              <a:latin typeface="Inter"/>
              <a:ea typeface="Inter"/>
              <a:cs typeface="Inter"/>
              <a:sym typeface="Inter"/>
            </a:endParaRPr>
          </a:p>
        </p:txBody>
      </p:sp>
      <p:sp>
        <p:nvSpPr>
          <p:cNvPr id="561" name="Google Shape;561;p66"/>
          <p:cNvSpPr txBox="1"/>
          <p:nvPr/>
        </p:nvSpPr>
        <p:spPr>
          <a:xfrm>
            <a:off x="284775" y="1440575"/>
            <a:ext cx="4227300" cy="27096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1000">
                <a:solidFill>
                  <a:schemeClr val="dk1"/>
                </a:solidFill>
                <a:latin typeface="Inter"/>
                <a:ea typeface="Inter"/>
                <a:cs typeface="Inter"/>
                <a:sym typeface="Inter"/>
              </a:rPr>
              <a:t>Roles de equipo:</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 sz="1000">
                <a:solidFill>
                  <a:schemeClr val="dk1"/>
                </a:solidFill>
                <a:latin typeface="Inter"/>
                <a:ea typeface="Inter"/>
                <a:cs typeface="Inter"/>
                <a:sym typeface="Inter"/>
              </a:rPr>
              <a:t>​Gestor de Proyecto: (Bastian) - Responsable de la planificación y cumplimiento de plazos.</a:t>
            </a:r>
            <a:endParaRPr sz="1000">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 sz="1000">
                <a:solidFill>
                  <a:schemeClr val="dk1"/>
                </a:solidFill>
                <a:latin typeface="Inter"/>
                <a:ea typeface="Inter"/>
                <a:cs typeface="Inter"/>
                <a:sym typeface="Inter"/>
              </a:rPr>
              <a:t>​Analista: (Constanza) - Encargado de transformar las necesidades del bibliotecario en requisitos técnicos.</a:t>
            </a:r>
            <a:endParaRPr sz="1000">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None/>
            </a:pPr>
            <a:r>
              <a:rPr lang="en" sz="1000">
                <a:solidFill>
                  <a:schemeClr val="dk1"/>
                </a:solidFill>
                <a:latin typeface="Inter"/>
                <a:ea typeface="Inter"/>
                <a:cs typeface="Inter"/>
                <a:sym typeface="Inter"/>
              </a:rPr>
              <a:t>​Diseñador/Arquitecto: (Jeremy) - Responsable del modelado UML y la estructura del sistema.</a:t>
            </a:r>
            <a:endParaRPr sz="1000">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lt1"/>
              </a:buClr>
              <a:buSzPts val="1100"/>
              <a:buFont typeface="Arial"/>
              <a:buNone/>
            </a:pPr>
            <a:r>
              <a:rPr lang="en" sz="1000">
                <a:solidFill>
                  <a:schemeClr val="dk1"/>
                </a:solidFill>
                <a:latin typeface="Inter"/>
                <a:ea typeface="Inter"/>
                <a:cs typeface="Inter"/>
                <a:sym typeface="Inter"/>
              </a:rPr>
              <a:t>​Tester (QA): (Todos) - Asegura que el software no tenga errores y cumpla con la norma ISO 25010.</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a:ea typeface="Inter"/>
              <a:cs typeface="Inter"/>
              <a:sym typeface="Inter"/>
            </a:endParaRPr>
          </a:p>
        </p:txBody>
      </p:sp>
      <p:pic>
        <p:nvPicPr>
          <p:cNvPr descr="A modern metro station. " id="562" name="Google Shape;562;p66"/>
          <p:cNvPicPr preferRelativeResize="0"/>
          <p:nvPr/>
        </p:nvPicPr>
        <p:blipFill rotWithShape="1">
          <a:blip r:embed="rId3">
            <a:alphaModFix/>
          </a:blip>
          <a:srcRect b="6269" l="0" r="6358" t="9915"/>
          <a:stretch/>
        </p:blipFill>
        <p:spPr>
          <a:xfrm>
            <a:off x="4629750" y="0"/>
            <a:ext cx="4227300" cy="4679224"/>
          </a:xfrm>
          <a:prstGeom prst="rect">
            <a:avLst/>
          </a:prstGeom>
          <a:noFill/>
          <a:ln>
            <a:noFill/>
          </a:ln>
        </p:spPr>
      </p:pic>
      <p:sp>
        <p:nvSpPr>
          <p:cNvPr id="563" name="Google Shape;563;p66"/>
          <p:cNvSpPr/>
          <p:nvPr/>
        </p:nvSpPr>
        <p:spPr>
          <a:xfrm>
            <a:off x="5055205" y="653667"/>
            <a:ext cx="3376391" cy="3376391"/>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pic>
        <p:nvPicPr>
          <p:cNvPr descr="Young man looking at directional signs in metro station." id="564" name="Google Shape;564;p66"/>
          <p:cNvPicPr preferRelativeResize="0"/>
          <p:nvPr/>
        </p:nvPicPr>
        <p:blipFill rotWithShape="1">
          <a:blip r:embed="rId4">
            <a:alphaModFix/>
          </a:blip>
          <a:srcRect b="7105" l="0" r="6358" t="33335"/>
          <a:stretch/>
        </p:blipFill>
        <p:spPr>
          <a:xfrm>
            <a:off x="4629750" y="1307325"/>
            <a:ext cx="4227300" cy="3325148"/>
          </a:xfrm>
          <a:prstGeom prst="rect">
            <a:avLst/>
          </a:prstGeom>
          <a:noFill/>
          <a:ln>
            <a:noFill/>
          </a:ln>
        </p:spPr>
      </p:pic>
      <p:cxnSp>
        <p:nvCxnSpPr>
          <p:cNvPr id="565" name="Google Shape;565;p6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cxnSp>
        <p:nvCxnSpPr>
          <p:cNvPr id="570" name="Google Shape;570;p67"/>
          <p:cNvCxnSpPr/>
          <p:nvPr/>
        </p:nvCxnSpPr>
        <p:spPr>
          <a:xfrm rot="10800000">
            <a:off x="-50" y="4682675"/>
            <a:ext cx="9144000" cy="0"/>
          </a:xfrm>
          <a:prstGeom prst="straightConnector1">
            <a:avLst/>
          </a:prstGeom>
          <a:noFill/>
          <a:ln cap="flat" cmpd="sng" w="9525">
            <a:solidFill>
              <a:schemeClr val="dk2"/>
            </a:solidFill>
            <a:prstDash val="solid"/>
            <a:round/>
            <a:headEnd len="med" w="med" type="none"/>
            <a:tailEnd len="med" w="med" type="none"/>
          </a:ln>
        </p:spPr>
      </p:cxnSp>
      <p:sp>
        <p:nvSpPr>
          <p:cNvPr id="571" name="Google Shape;571;p67"/>
          <p:cNvSpPr/>
          <p:nvPr/>
        </p:nvSpPr>
        <p:spPr>
          <a:xfrm>
            <a:off x="284850" y="1555575"/>
            <a:ext cx="1005000" cy="9657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72" name="Google Shape;572;p67"/>
          <p:cNvSpPr/>
          <p:nvPr/>
        </p:nvSpPr>
        <p:spPr>
          <a:xfrm>
            <a:off x="1736388" y="2636275"/>
            <a:ext cx="1005000" cy="965700"/>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sp>
        <p:nvSpPr>
          <p:cNvPr id="573" name="Google Shape;573;p67"/>
          <p:cNvSpPr/>
          <p:nvPr/>
        </p:nvSpPr>
        <p:spPr>
          <a:xfrm>
            <a:off x="3185700" y="3716975"/>
            <a:ext cx="1005000" cy="965700"/>
          </a:xfrm>
          <a:prstGeom prst="roundRect">
            <a:avLst>
              <a:gd fmla="val 50000" name="adj"/>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3600">
              <a:solidFill>
                <a:schemeClr val="dk1"/>
              </a:solidFill>
              <a:latin typeface="Inter"/>
              <a:ea typeface="Inter"/>
              <a:cs typeface="Inter"/>
              <a:sym typeface="Inter"/>
            </a:endParaRPr>
          </a:p>
        </p:txBody>
      </p:sp>
      <p:cxnSp>
        <p:nvCxnSpPr>
          <p:cNvPr id="574" name="Google Shape;574;p67"/>
          <p:cNvCxnSpPr/>
          <p:nvPr/>
        </p:nvCxnSpPr>
        <p:spPr>
          <a:xfrm rot="10800000">
            <a:off x="-50" y="15520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67"/>
          <p:cNvCxnSpPr/>
          <p:nvPr/>
        </p:nvCxnSpPr>
        <p:spPr>
          <a:xfrm rot="10800000">
            <a:off x="-50" y="26362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67"/>
          <p:cNvCxnSpPr/>
          <p:nvPr/>
        </p:nvCxnSpPr>
        <p:spPr>
          <a:xfrm rot="10800000">
            <a:off x="-50" y="3716975"/>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67"/>
          <p:cNvCxnSpPr/>
          <p:nvPr/>
        </p:nvCxnSpPr>
        <p:spPr>
          <a:xfrm rot="10800000">
            <a:off x="-50" y="3606550"/>
            <a:ext cx="9144000" cy="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67"/>
          <p:cNvCxnSpPr/>
          <p:nvPr/>
        </p:nvCxnSpPr>
        <p:spPr>
          <a:xfrm rot="10800000">
            <a:off x="-50" y="2525850"/>
            <a:ext cx="9144000" cy="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6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6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01</a:t>
            </a:r>
            <a:endParaRPr>
              <a:solidFill>
                <a:schemeClr val="lt1"/>
              </a:solidFill>
            </a:endParaRPr>
          </a:p>
        </p:txBody>
      </p:sp>
      <p:sp>
        <p:nvSpPr>
          <p:cNvPr id="581" name="Google Shape;581;p6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Valor de la Calidad: Aplicar estándares como ISO 25010 permite que el producto sea mantenible en el tiempo y fácil de usar para los estudiantes.</a:t>
            </a:r>
            <a:endParaRPr/>
          </a:p>
        </p:txBody>
      </p:sp>
      <p:sp>
        <p:nvSpPr>
          <p:cNvPr id="582" name="Google Shape;582;p6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​Optimización: La automatización reduce costos operativos y mejora el servicio académico de la universidad.</a:t>
            </a:r>
            <a:endParaRPr/>
          </a:p>
        </p:txBody>
      </p:sp>
      <p:sp>
        <p:nvSpPr>
          <p:cNvPr id="583" name="Google Shape;583;p67"/>
          <p:cNvSpPr txBox="1"/>
          <p:nvPr>
            <p:ph type="title"/>
          </p:nvPr>
        </p:nvSpPr>
        <p:spPr>
          <a:xfrm>
            <a:off x="283850" y="285900"/>
            <a:ext cx="56742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Mejores Propuestas y lecciones aprendidas.</a:t>
            </a:r>
            <a:endParaRPr/>
          </a:p>
        </p:txBody>
      </p:sp>
      <p:sp>
        <p:nvSpPr>
          <p:cNvPr id="584" name="Google Shape;584;p67"/>
          <p:cNvSpPr txBox="1"/>
          <p:nvPr>
            <p:ph idx="6" type="body"/>
          </p:nvPr>
        </p:nvSpPr>
        <p:spPr>
          <a:xfrm>
            <a:off x="1736400" y="1553875"/>
            <a:ext cx="6035700" cy="972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​Importancia de la Ingeniería: No basta con "hacer el software", es fundamental aplicar un enfoque sistemático (como el ciclo de vida de software) para garantizar la calidad.</a:t>
            </a:r>
            <a:endParaRPr/>
          </a:p>
        </p:txBody>
      </p:sp>
      <p:sp>
        <p:nvSpPr>
          <p:cNvPr id="585" name="Google Shape;585;p6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02</a:t>
            </a:r>
            <a:endParaRPr/>
          </a:p>
        </p:txBody>
      </p:sp>
      <p:sp>
        <p:nvSpPr>
          <p:cNvPr id="586" name="Google Shape;586;p6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solidFill>
                  <a:schemeClr val="lt1"/>
                </a:solidFill>
              </a:rPr>
              <a:t>03</a:t>
            </a: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68"/>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t>
            </a:r>
            <a:r>
              <a:rPr lang="en"/>
              <a:t>ame</a:t>
            </a:r>
            <a:endParaRPr/>
          </a:p>
        </p:txBody>
      </p:sp>
      <p:sp>
        <p:nvSpPr>
          <p:cNvPr id="593" name="Google Shape;593;p68"/>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594" name="Google Shape;594;p68"/>
          <p:cNvSpPr txBox="1"/>
          <p:nvPr/>
        </p:nvSpPr>
        <p:spPr>
          <a:xfrm>
            <a:off x="284850" y="286800"/>
            <a:ext cx="4227300" cy="11538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CONCLUSION</a:t>
            </a:r>
            <a:endParaRPr sz="3600">
              <a:solidFill>
                <a:schemeClr val="dk1"/>
              </a:solidFill>
              <a:latin typeface="Inter"/>
              <a:ea typeface="Inter"/>
              <a:cs typeface="Inter"/>
              <a:sym typeface="Inter"/>
            </a:endParaRPr>
          </a:p>
        </p:txBody>
      </p:sp>
      <p:sp>
        <p:nvSpPr>
          <p:cNvPr id="595" name="Google Shape;595;p68"/>
          <p:cNvSpPr txBox="1"/>
          <p:nvPr/>
        </p:nvSpPr>
        <p:spPr>
          <a:xfrm>
            <a:off x="657300" y="1084650"/>
            <a:ext cx="7944900" cy="2974200"/>
          </a:xfrm>
          <a:prstGeom prst="rect">
            <a:avLst/>
          </a:prstGeom>
          <a:noFill/>
          <a:ln>
            <a:noFill/>
          </a:ln>
        </p:spPr>
        <p:txBody>
          <a:bodyPr anchorCtr="0" anchor="t" bIns="0" lIns="0" spcFirstLastPara="1" rIns="182875" wrap="square" tIns="0">
            <a:noAutofit/>
          </a:bodyPr>
          <a:lstStyle/>
          <a:p>
            <a:pPr indent="0" lvl="0" marL="0" rtl="0" algn="l">
              <a:spcBef>
                <a:spcPts val="0"/>
              </a:spcBef>
              <a:spcAft>
                <a:spcPts val="0"/>
              </a:spcAft>
              <a:buNone/>
            </a:pPr>
            <a:r>
              <a:rPr lang="en" sz="2000">
                <a:solidFill>
                  <a:schemeClr val="dk1"/>
                </a:solidFill>
                <a:latin typeface="Inter"/>
                <a:ea typeface="Inter"/>
                <a:cs typeface="Inter"/>
                <a:sym typeface="Inter"/>
              </a:rPr>
              <a:t>Lo que más conversamos en el grupo fue cómo el desorden en una biblioteca afecta directamente el día a día de un estudiante. Por eso, nuestra conclusión es que la ingeniería de software debe ser empática. No diseñamos funciones solo por cumplir la pauta; buscamos que el catálogo fuera usable y que el sistema fuera seguro porque entendemos que la confianza del usuario es lo más difícil de ganar. Esta experiencia nos enseñó que los requisitos no son solo una lista de deseos, sino la base para que un proyecto no fracase y realmente aporte valor al negocio</a:t>
            </a:r>
            <a:r>
              <a:rPr lang="en" sz="2000">
                <a:solidFill>
                  <a:schemeClr val="dk1"/>
                </a:solidFill>
                <a:latin typeface="Inter"/>
                <a:ea typeface="Inter"/>
                <a:cs typeface="Inter"/>
                <a:sym typeface="Inter"/>
              </a:rPr>
              <a:t>. </a:t>
            </a:r>
            <a:endParaRPr sz="2000">
              <a:solidFill>
                <a:schemeClr val="dk1"/>
              </a:solidFill>
              <a:latin typeface="Inter"/>
              <a:ea typeface="Inter"/>
              <a:cs typeface="Inter"/>
              <a:sym typeface="Inter"/>
            </a:endParaRPr>
          </a:p>
        </p:txBody>
      </p:sp>
      <p:cxnSp>
        <p:nvCxnSpPr>
          <p:cNvPr id="596" name="Google Shape;596;p6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